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B03358D-327E-4A4D-ABCE-080CBC010539}" v="32" dt="2026-04-06T09:47:51.02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66" d="100"/>
          <a:sy n="66" d="100"/>
        </p:scale>
        <p:origin x="668" y="12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nehal ray" userId="eadbc1c91eebf24d" providerId="LiveId" clId="{F894C3F5-47E5-448C-B1AD-E759F02804BD}"/>
    <pc:docChg chg="undo custSel modSld">
      <pc:chgData name="snehal ray" userId="eadbc1c91eebf24d" providerId="LiveId" clId="{F894C3F5-47E5-448C-B1AD-E759F02804BD}" dt="2026-04-06T09:54:18.439" v="635" actId="20577"/>
      <pc:docMkLst>
        <pc:docMk/>
      </pc:docMkLst>
      <pc:sldChg chg="modSp mod">
        <pc:chgData name="snehal ray" userId="eadbc1c91eebf24d" providerId="LiveId" clId="{F894C3F5-47E5-448C-B1AD-E759F02804BD}" dt="2026-04-06T09:54:18.439" v="635" actId="20577"/>
        <pc:sldMkLst>
          <pc:docMk/>
          <pc:sldMk cId="3679931445" sldId="257"/>
        </pc:sldMkLst>
        <pc:spChg chg="mod">
          <ac:chgData name="snehal ray" userId="eadbc1c91eebf24d" providerId="LiveId" clId="{F894C3F5-47E5-448C-B1AD-E759F02804BD}" dt="2026-04-06T09:54:02.716" v="627" actId="115"/>
          <ac:spMkLst>
            <pc:docMk/>
            <pc:sldMk cId="3679931445" sldId="257"/>
            <ac:spMk id="2" creationId="{1BD2B560-468C-AE00-FD08-190FAA9C2CD5}"/>
          </ac:spMkLst>
        </pc:spChg>
        <pc:spChg chg="mod">
          <ac:chgData name="snehal ray" userId="eadbc1c91eebf24d" providerId="LiveId" clId="{F894C3F5-47E5-448C-B1AD-E759F02804BD}" dt="2026-04-06T09:54:18.439" v="635" actId="20577"/>
          <ac:spMkLst>
            <pc:docMk/>
            <pc:sldMk cId="3679931445" sldId="257"/>
            <ac:spMk id="6" creationId="{B88AD9CD-CFB0-97F2-617B-EF1420132690}"/>
          </ac:spMkLst>
        </pc:spChg>
      </pc:sldChg>
      <pc:sldChg chg="modSp mod">
        <pc:chgData name="snehal ray" userId="eadbc1c91eebf24d" providerId="LiveId" clId="{F894C3F5-47E5-448C-B1AD-E759F02804BD}" dt="2026-04-06T09:53:53.060" v="626" actId="115"/>
        <pc:sldMkLst>
          <pc:docMk/>
          <pc:sldMk cId="3420139788" sldId="258"/>
        </pc:sldMkLst>
        <pc:spChg chg="mod">
          <ac:chgData name="snehal ray" userId="eadbc1c91eebf24d" providerId="LiveId" clId="{F894C3F5-47E5-448C-B1AD-E759F02804BD}" dt="2026-04-06T09:53:53.060" v="626" actId="115"/>
          <ac:spMkLst>
            <pc:docMk/>
            <pc:sldMk cId="3420139788" sldId="258"/>
            <ac:spMk id="2" creationId="{997E70B9-3D8E-AC8C-FD71-33A8999FB4B9}"/>
          </ac:spMkLst>
        </pc:spChg>
        <pc:spChg chg="mod">
          <ac:chgData name="snehal ray" userId="eadbc1c91eebf24d" providerId="LiveId" clId="{F894C3F5-47E5-448C-B1AD-E759F02804BD}" dt="2026-04-06T09:53:46.802" v="625" actId="27636"/>
          <ac:spMkLst>
            <pc:docMk/>
            <pc:sldMk cId="3420139788" sldId="258"/>
            <ac:spMk id="3" creationId="{F76C42E2-B03A-1F39-A18A-616A4BA0320A}"/>
          </ac:spMkLst>
        </pc:spChg>
      </pc:sldChg>
      <pc:sldChg chg="modSp mod">
        <pc:chgData name="snehal ray" userId="eadbc1c91eebf24d" providerId="LiveId" clId="{F894C3F5-47E5-448C-B1AD-E759F02804BD}" dt="2026-04-06T09:53:29.991" v="622" actId="1076"/>
        <pc:sldMkLst>
          <pc:docMk/>
          <pc:sldMk cId="3657316384" sldId="259"/>
        </pc:sldMkLst>
        <pc:spChg chg="mod">
          <ac:chgData name="snehal ray" userId="eadbc1c91eebf24d" providerId="LiveId" clId="{F894C3F5-47E5-448C-B1AD-E759F02804BD}" dt="2026-04-06T09:52:59.194" v="613" actId="115"/>
          <ac:spMkLst>
            <pc:docMk/>
            <pc:sldMk cId="3657316384" sldId="259"/>
            <ac:spMk id="2" creationId="{84BE8F45-6E88-24FC-6BE1-2BF874E6C8E3}"/>
          </ac:spMkLst>
        </pc:spChg>
        <pc:spChg chg="mod">
          <ac:chgData name="snehal ray" userId="eadbc1c91eebf24d" providerId="LiveId" clId="{F894C3F5-47E5-448C-B1AD-E759F02804BD}" dt="2026-04-06T09:53:29.991" v="622" actId="1076"/>
          <ac:spMkLst>
            <pc:docMk/>
            <pc:sldMk cId="3657316384" sldId="259"/>
            <ac:spMk id="3" creationId="{DF4A2422-340E-8474-6CA8-CC69D2C58903}"/>
          </ac:spMkLst>
        </pc:spChg>
      </pc:sldChg>
      <pc:sldChg chg="modSp mod">
        <pc:chgData name="snehal ray" userId="eadbc1c91eebf24d" providerId="LiveId" clId="{F894C3F5-47E5-448C-B1AD-E759F02804BD}" dt="2026-04-06T09:52:39.501" v="610" actId="20577"/>
        <pc:sldMkLst>
          <pc:docMk/>
          <pc:sldMk cId="2361418526" sldId="260"/>
        </pc:sldMkLst>
        <pc:spChg chg="mod">
          <ac:chgData name="snehal ray" userId="eadbc1c91eebf24d" providerId="LiveId" clId="{F894C3F5-47E5-448C-B1AD-E759F02804BD}" dt="2026-04-06T09:51:37.505" v="597" actId="115"/>
          <ac:spMkLst>
            <pc:docMk/>
            <pc:sldMk cId="2361418526" sldId="260"/>
            <ac:spMk id="2" creationId="{8C4DFB8E-8883-9ACA-6E6F-AA08D471DCDE}"/>
          </ac:spMkLst>
        </pc:spChg>
        <pc:spChg chg="mod">
          <ac:chgData name="snehal ray" userId="eadbc1c91eebf24d" providerId="LiveId" clId="{F894C3F5-47E5-448C-B1AD-E759F02804BD}" dt="2026-04-06T09:52:39.501" v="610" actId="20577"/>
          <ac:spMkLst>
            <pc:docMk/>
            <pc:sldMk cId="2361418526" sldId="260"/>
            <ac:spMk id="3" creationId="{46632734-F5D3-955D-986B-0A58CBD1BA3C}"/>
          </ac:spMkLst>
        </pc:spChg>
      </pc:sldChg>
      <pc:sldChg chg="modSp mod">
        <pc:chgData name="snehal ray" userId="eadbc1c91eebf24d" providerId="LiveId" clId="{F894C3F5-47E5-448C-B1AD-E759F02804BD}" dt="2026-04-06T09:51:28.691" v="596" actId="1076"/>
        <pc:sldMkLst>
          <pc:docMk/>
          <pc:sldMk cId="810801613" sldId="261"/>
        </pc:sldMkLst>
        <pc:spChg chg="mod">
          <ac:chgData name="snehal ray" userId="eadbc1c91eebf24d" providerId="LiveId" clId="{F894C3F5-47E5-448C-B1AD-E759F02804BD}" dt="2026-04-06T09:49:28.190" v="576" actId="115"/>
          <ac:spMkLst>
            <pc:docMk/>
            <pc:sldMk cId="810801613" sldId="261"/>
            <ac:spMk id="2" creationId="{7B15C0A3-67F8-05CD-6B78-1C156A8A830D}"/>
          </ac:spMkLst>
        </pc:spChg>
        <pc:spChg chg="mod">
          <ac:chgData name="snehal ray" userId="eadbc1c91eebf24d" providerId="LiveId" clId="{F894C3F5-47E5-448C-B1AD-E759F02804BD}" dt="2026-04-06T09:51:28.691" v="596" actId="1076"/>
          <ac:spMkLst>
            <pc:docMk/>
            <pc:sldMk cId="810801613" sldId="261"/>
            <ac:spMk id="3" creationId="{81B9272C-21BB-FC22-D358-FB4BA9D50EE7}"/>
          </ac:spMkLst>
        </pc:spChg>
      </pc:sldChg>
      <pc:sldChg chg="addSp delSp modSp mod">
        <pc:chgData name="snehal ray" userId="eadbc1c91eebf24d" providerId="LiveId" clId="{F894C3F5-47E5-448C-B1AD-E759F02804BD}" dt="2026-04-06T09:48:07.755" v="560" actId="113"/>
        <pc:sldMkLst>
          <pc:docMk/>
          <pc:sldMk cId="1347914419" sldId="262"/>
        </pc:sldMkLst>
        <pc:spChg chg="mod">
          <ac:chgData name="snehal ray" userId="eadbc1c91eebf24d" providerId="LiveId" clId="{F894C3F5-47E5-448C-B1AD-E759F02804BD}" dt="2026-04-06T09:48:00.726" v="559" actId="115"/>
          <ac:spMkLst>
            <pc:docMk/>
            <pc:sldMk cId="1347914419" sldId="262"/>
            <ac:spMk id="2" creationId="{7287607C-AF5E-2567-232F-3994FF9F27D5}"/>
          </ac:spMkLst>
        </pc:spChg>
        <pc:spChg chg="del">
          <ac:chgData name="snehal ray" userId="eadbc1c91eebf24d" providerId="LiveId" clId="{F894C3F5-47E5-448C-B1AD-E759F02804BD}" dt="2026-04-06T09:24:33.410" v="361"/>
          <ac:spMkLst>
            <pc:docMk/>
            <pc:sldMk cId="1347914419" sldId="262"/>
            <ac:spMk id="3" creationId="{CFBD9A0F-685D-2B29-DBD0-99378586E535}"/>
          </ac:spMkLst>
        </pc:spChg>
        <pc:spChg chg="add mod">
          <ac:chgData name="snehal ray" userId="eadbc1c91eebf24d" providerId="LiveId" clId="{F894C3F5-47E5-448C-B1AD-E759F02804BD}" dt="2026-04-06T09:48:07.755" v="560" actId="113"/>
          <ac:spMkLst>
            <pc:docMk/>
            <pc:sldMk cId="1347914419" sldId="262"/>
            <ac:spMk id="5" creationId="{C090C25D-C369-90C0-5C0F-4D0F41A562BC}"/>
          </ac:spMkLst>
        </pc:spChg>
      </pc:sldChg>
      <pc:sldChg chg="addSp delSp modSp mod">
        <pc:chgData name="snehal ray" userId="eadbc1c91eebf24d" providerId="LiveId" clId="{F894C3F5-47E5-448C-B1AD-E759F02804BD}" dt="2026-04-06T09:47:31.481" v="556" actId="1076"/>
        <pc:sldMkLst>
          <pc:docMk/>
          <pc:sldMk cId="1607210022" sldId="263"/>
        </pc:sldMkLst>
        <pc:spChg chg="mod">
          <ac:chgData name="snehal ray" userId="eadbc1c91eebf24d" providerId="LiveId" clId="{F894C3F5-47E5-448C-B1AD-E759F02804BD}" dt="2026-04-06T09:47:31.481" v="556" actId="1076"/>
          <ac:spMkLst>
            <pc:docMk/>
            <pc:sldMk cId="1607210022" sldId="263"/>
            <ac:spMk id="2" creationId="{7C95F80B-DB77-DFBE-02AB-06459A8C987C}"/>
          </ac:spMkLst>
        </pc:spChg>
        <pc:spChg chg="del">
          <ac:chgData name="snehal ray" userId="eadbc1c91eebf24d" providerId="LiveId" clId="{F894C3F5-47E5-448C-B1AD-E759F02804BD}" dt="2026-04-06T09:26:50.861" v="365"/>
          <ac:spMkLst>
            <pc:docMk/>
            <pc:sldMk cId="1607210022" sldId="263"/>
            <ac:spMk id="3" creationId="{AF0A093E-F6A2-06B2-265C-B880832BEA7D}"/>
          </ac:spMkLst>
        </pc:spChg>
        <pc:spChg chg="add mod">
          <ac:chgData name="snehal ray" userId="eadbc1c91eebf24d" providerId="LiveId" clId="{F894C3F5-47E5-448C-B1AD-E759F02804BD}" dt="2026-04-06T09:47:28.011" v="555" actId="1076"/>
          <ac:spMkLst>
            <pc:docMk/>
            <pc:sldMk cId="1607210022" sldId="263"/>
            <ac:spMk id="5" creationId="{5B87243C-E2B6-5159-EA08-5AFF19F50F7E}"/>
          </ac:spMkLst>
        </pc:spChg>
      </pc:sldChg>
      <pc:sldChg chg="addSp delSp modSp mod">
        <pc:chgData name="snehal ray" userId="eadbc1c91eebf24d" providerId="LiveId" clId="{F894C3F5-47E5-448C-B1AD-E759F02804BD}" dt="2026-04-06T09:46:55.934" v="552" actId="1076"/>
        <pc:sldMkLst>
          <pc:docMk/>
          <pc:sldMk cId="696313924" sldId="264"/>
        </pc:sldMkLst>
        <pc:spChg chg="mod">
          <ac:chgData name="snehal ray" userId="eadbc1c91eebf24d" providerId="LiveId" clId="{F894C3F5-47E5-448C-B1AD-E759F02804BD}" dt="2026-04-06T09:46:28.028" v="543" actId="115"/>
          <ac:spMkLst>
            <pc:docMk/>
            <pc:sldMk cId="696313924" sldId="264"/>
            <ac:spMk id="2" creationId="{E81795BD-090E-6657-E419-87C2FF670FCE}"/>
          </ac:spMkLst>
        </pc:spChg>
        <pc:spChg chg="del mod">
          <ac:chgData name="snehal ray" userId="eadbc1c91eebf24d" providerId="LiveId" clId="{F894C3F5-47E5-448C-B1AD-E759F02804BD}" dt="2026-04-06T09:31:49.434" v="372"/>
          <ac:spMkLst>
            <pc:docMk/>
            <pc:sldMk cId="696313924" sldId="264"/>
            <ac:spMk id="3" creationId="{D4A906B9-56E0-797C-DD33-8F28BE5FF209}"/>
          </ac:spMkLst>
        </pc:spChg>
        <pc:spChg chg="add mod">
          <ac:chgData name="snehal ray" userId="eadbc1c91eebf24d" providerId="LiveId" clId="{F894C3F5-47E5-448C-B1AD-E759F02804BD}" dt="2026-04-06T09:46:37.387" v="546" actId="113"/>
          <ac:spMkLst>
            <pc:docMk/>
            <pc:sldMk cId="696313924" sldId="264"/>
            <ac:spMk id="5" creationId="{D18F4547-5CF2-664C-736C-02E7406494DC}"/>
          </ac:spMkLst>
        </pc:spChg>
        <pc:picChg chg="add del mod">
          <ac:chgData name="snehal ray" userId="eadbc1c91eebf24d" providerId="LiveId" clId="{F894C3F5-47E5-448C-B1AD-E759F02804BD}" dt="2026-04-06T09:32:46.709" v="381" actId="21"/>
          <ac:picMkLst>
            <pc:docMk/>
            <pc:sldMk cId="696313924" sldId="264"/>
            <ac:picMk id="7" creationId="{3250CB50-C0EC-F9C2-8C45-B08F3628285C}"/>
          </ac:picMkLst>
        </pc:picChg>
        <pc:picChg chg="add mod">
          <ac:chgData name="snehal ray" userId="eadbc1c91eebf24d" providerId="LiveId" clId="{F894C3F5-47E5-448C-B1AD-E759F02804BD}" dt="2026-04-06T09:46:55.934" v="552" actId="1076"/>
          <ac:picMkLst>
            <pc:docMk/>
            <pc:sldMk cId="696313924" sldId="264"/>
            <ac:picMk id="9" creationId="{7DF1590D-940E-3C6A-3DEB-429D7F476D5B}"/>
          </ac:picMkLst>
        </pc:picChg>
      </pc:sldChg>
      <pc:sldChg chg="addSp delSp modSp mod">
        <pc:chgData name="snehal ray" userId="eadbc1c91eebf24d" providerId="LiveId" clId="{F894C3F5-47E5-448C-B1AD-E759F02804BD}" dt="2026-04-06T09:46:16.706" v="541" actId="14100"/>
        <pc:sldMkLst>
          <pc:docMk/>
          <pc:sldMk cId="2148683140" sldId="265"/>
        </pc:sldMkLst>
        <pc:spChg chg="mod">
          <ac:chgData name="snehal ray" userId="eadbc1c91eebf24d" providerId="LiveId" clId="{F894C3F5-47E5-448C-B1AD-E759F02804BD}" dt="2026-04-06T09:45:59.962" v="538" actId="255"/>
          <ac:spMkLst>
            <pc:docMk/>
            <pc:sldMk cId="2148683140" sldId="265"/>
            <ac:spMk id="2" creationId="{6F1FA6C2-5A0A-1FF0-1EBE-5E203A16E6C1}"/>
          </ac:spMkLst>
        </pc:spChg>
        <pc:spChg chg="del">
          <ac:chgData name="snehal ray" userId="eadbc1c91eebf24d" providerId="LiveId" clId="{F894C3F5-47E5-448C-B1AD-E759F02804BD}" dt="2026-04-06T09:45:39.535" v="531" actId="21"/>
          <ac:spMkLst>
            <pc:docMk/>
            <pc:sldMk cId="2148683140" sldId="265"/>
            <ac:spMk id="3" creationId="{3C679BA1-238F-16C1-81DD-F89092E26652}"/>
          </ac:spMkLst>
        </pc:spChg>
        <pc:picChg chg="add del">
          <ac:chgData name="snehal ray" userId="eadbc1c91eebf24d" providerId="LiveId" clId="{F894C3F5-47E5-448C-B1AD-E759F02804BD}" dt="2026-04-06T09:45:34.676" v="530" actId="21"/>
          <ac:picMkLst>
            <pc:docMk/>
            <pc:sldMk cId="2148683140" sldId="265"/>
            <ac:picMk id="4" creationId="{9517783E-C433-A152-F467-61CD75CD353C}"/>
          </ac:picMkLst>
        </pc:picChg>
        <pc:picChg chg="add mod">
          <ac:chgData name="snehal ray" userId="eadbc1c91eebf24d" providerId="LiveId" clId="{F894C3F5-47E5-448C-B1AD-E759F02804BD}" dt="2026-04-06T09:46:16.706" v="541" actId="14100"/>
          <ac:picMkLst>
            <pc:docMk/>
            <pc:sldMk cId="2148683140" sldId="265"/>
            <ac:picMk id="6" creationId="{89C7E2C4-AA9D-611C-88DF-E2E438C23543}"/>
          </ac:picMkLst>
        </pc:picChg>
      </pc:sldChg>
      <pc:sldChg chg="addSp delSp modSp mod">
        <pc:chgData name="snehal ray" userId="eadbc1c91eebf24d" providerId="LiveId" clId="{F894C3F5-47E5-448C-B1AD-E759F02804BD}" dt="2026-04-06T09:44:39.008" v="525" actId="1076"/>
        <pc:sldMkLst>
          <pc:docMk/>
          <pc:sldMk cId="721136035" sldId="266"/>
        </pc:sldMkLst>
        <pc:spChg chg="mod">
          <ac:chgData name="snehal ray" userId="eadbc1c91eebf24d" providerId="LiveId" clId="{F894C3F5-47E5-448C-B1AD-E759F02804BD}" dt="2026-04-06T09:44:24.411" v="523" actId="115"/>
          <ac:spMkLst>
            <pc:docMk/>
            <pc:sldMk cId="721136035" sldId="266"/>
            <ac:spMk id="2" creationId="{E2931271-7B83-E6B0-4697-A9B3A4A0B3E0}"/>
          </ac:spMkLst>
        </pc:spChg>
        <pc:spChg chg="del mod">
          <ac:chgData name="snehal ray" userId="eadbc1c91eebf24d" providerId="LiveId" clId="{F894C3F5-47E5-448C-B1AD-E759F02804BD}" dt="2026-04-06T09:44:13.179" v="520" actId="21"/>
          <ac:spMkLst>
            <pc:docMk/>
            <pc:sldMk cId="721136035" sldId="266"/>
            <ac:spMk id="3" creationId="{E9F3AC6F-97B4-C038-5116-BCDB0E747F31}"/>
          </ac:spMkLst>
        </pc:spChg>
        <pc:picChg chg="add mod">
          <ac:chgData name="snehal ray" userId="eadbc1c91eebf24d" providerId="LiveId" clId="{F894C3F5-47E5-448C-B1AD-E759F02804BD}" dt="2026-04-06T09:44:39.008" v="525" actId="1076"/>
          <ac:picMkLst>
            <pc:docMk/>
            <pc:sldMk cId="721136035" sldId="266"/>
            <ac:picMk id="6" creationId="{B1DC0A2E-E018-E146-5B30-F848933BB994}"/>
          </ac:picMkLst>
        </pc:picChg>
      </pc:sldChg>
      <pc:sldChg chg="addSp delSp modSp mod">
        <pc:chgData name="snehal ray" userId="eadbc1c91eebf24d" providerId="LiveId" clId="{F894C3F5-47E5-448C-B1AD-E759F02804BD}" dt="2026-04-06T09:43:36.077" v="517" actId="14100"/>
        <pc:sldMkLst>
          <pc:docMk/>
          <pc:sldMk cId="2001245176" sldId="267"/>
        </pc:sldMkLst>
        <pc:spChg chg="mod">
          <ac:chgData name="snehal ray" userId="eadbc1c91eebf24d" providerId="LiveId" clId="{F894C3F5-47E5-448C-B1AD-E759F02804BD}" dt="2026-04-06T09:43:14.733" v="514" actId="115"/>
          <ac:spMkLst>
            <pc:docMk/>
            <pc:sldMk cId="2001245176" sldId="267"/>
            <ac:spMk id="2" creationId="{08824925-7E47-111A-5B2A-714F7E54B7D0}"/>
          </ac:spMkLst>
        </pc:spChg>
        <pc:spChg chg="del">
          <ac:chgData name="snehal ray" userId="eadbc1c91eebf24d" providerId="LiveId" clId="{F894C3F5-47E5-448C-B1AD-E759F02804BD}" dt="2026-04-06T09:36:12.106" v="397"/>
          <ac:spMkLst>
            <pc:docMk/>
            <pc:sldMk cId="2001245176" sldId="267"/>
            <ac:spMk id="3" creationId="{87292949-4812-3723-5970-052C9D70C07D}"/>
          </ac:spMkLst>
        </pc:spChg>
        <pc:spChg chg="add mod">
          <ac:chgData name="snehal ray" userId="eadbc1c91eebf24d" providerId="LiveId" clId="{F894C3F5-47E5-448C-B1AD-E759F02804BD}" dt="2026-04-06T09:43:36.077" v="517" actId="14100"/>
          <ac:spMkLst>
            <pc:docMk/>
            <pc:sldMk cId="2001245176" sldId="267"/>
            <ac:spMk id="5" creationId="{C759C9A3-BB4F-0429-D405-6542ED5D1FD0}"/>
          </ac:spMkLst>
        </pc:spChg>
      </pc:sldChg>
      <pc:sldChg chg="addSp delSp modSp mod">
        <pc:chgData name="snehal ray" userId="eadbc1c91eebf24d" providerId="LiveId" clId="{F894C3F5-47E5-448C-B1AD-E759F02804BD}" dt="2026-04-06T09:43:55.886" v="518" actId="255"/>
        <pc:sldMkLst>
          <pc:docMk/>
          <pc:sldMk cId="3624677268" sldId="268"/>
        </pc:sldMkLst>
        <pc:spChg chg="mod">
          <ac:chgData name="snehal ray" userId="eadbc1c91eebf24d" providerId="LiveId" clId="{F894C3F5-47E5-448C-B1AD-E759F02804BD}" dt="2026-04-06T09:42:08.579" v="503" actId="115"/>
          <ac:spMkLst>
            <pc:docMk/>
            <pc:sldMk cId="3624677268" sldId="268"/>
            <ac:spMk id="2" creationId="{EF38C520-B6A8-E5A5-6C12-E50EB51E1C3E}"/>
          </ac:spMkLst>
        </pc:spChg>
        <pc:spChg chg="del">
          <ac:chgData name="snehal ray" userId="eadbc1c91eebf24d" providerId="LiveId" clId="{F894C3F5-47E5-448C-B1AD-E759F02804BD}" dt="2026-04-06T09:38:42.181" v="401"/>
          <ac:spMkLst>
            <pc:docMk/>
            <pc:sldMk cId="3624677268" sldId="268"/>
            <ac:spMk id="3" creationId="{A5D0CB7A-4CE2-C98F-181A-2955692E4C9A}"/>
          </ac:spMkLst>
        </pc:spChg>
        <pc:spChg chg="add mod">
          <ac:chgData name="snehal ray" userId="eadbc1c91eebf24d" providerId="LiveId" clId="{F894C3F5-47E5-448C-B1AD-E759F02804BD}" dt="2026-04-06T09:43:55.886" v="518" actId="255"/>
          <ac:spMkLst>
            <pc:docMk/>
            <pc:sldMk cId="3624677268" sldId="268"/>
            <ac:spMk id="5" creationId="{D36D4AB3-6201-65D1-9469-7CC9C2F71CBF}"/>
          </ac:spMkLst>
        </pc:spChg>
      </pc:sldChg>
      <pc:sldChg chg="modSp mod">
        <pc:chgData name="snehal ray" userId="eadbc1c91eebf24d" providerId="LiveId" clId="{F894C3F5-47E5-448C-B1AD-E759F02804BD}" dt="2026-04-06T09:42:59.107" v="512" actId="313"/>
        <pc:sldMkLst>
          <pc:docMk/>
          <pc:sldMk cId="2135367045" sldId="269"/>
        </pc:sldMkLst>
        <pc:spChg chg="mod">
          <ac:chgData name="snehal ray" userId="eadbc1c91eebf24d" providerId="LiveId" clId="{F894C3F5-47E5-448C-B1AD-E759F02804BD}" dt="2026-04-06T09:42:59.107" v="512" actId="313"/>
          <ac:spMkLst>
            <pc:docMk/>
            <pc:sldMk cId="2135367045" sldId="269"/>
            <ac:spMk id="2" creationId="{BCC69965-D790-CADB-8E84-39390523C4C1}"/>
          </ac:spMkLst>
        </pc:spChg>
        <pc:spChg chg="mod">
          <ac:chgData name="snehal ray" userId="eadbc1c91eebf24d" providerId="LiveId" clId="{F894C3F5-47E5-448C-B1AD-E759F02804BD}" dt="2026-04-06T09:41:08.084" v="497" actId="1076"/>
          <ac:spMkLst>
            <pc:docMk/>
            <pc:sldMk cId="2135367045" sldId="269"/>
            <ac:spMk id="6" creationId="{B8A35DE3-EB13-2BDB-C6EF-256EC4ACC713}"/>
          </ac:spMkLst>
        </pc:spChg>
        <pc:picChg chg="mod">
          <ac:chgData name="snehal ray" userId="eadbc1c91eebf24d" providerId="LiveId" clId="{F894C3F5-47E5-448C-B1AD-E759F02804BD}" dt="2026-04-06T09:40:22.291" v="487" actId="1076"/>
          <ac:picMkLst>
            <pc:docMk/>
            <pc:sldMk cId="2135367045" sldId="269"/>
            <ac:picMk id="4" creationId="{F3C3DCD4-1187-52B4-EA97-0B89E26E6D84}"/>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8BB35B-15DF-1563-E1E6-3845FCA76C0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3E6EE55-FF90-A823-16A1-6F6450F84EF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DA645E6-E02A-630E-9E35-B5509852492A}"/>
              </a:ext>
            </a:extLst>
          </p:cNvPr>
          <p:cNvSpPr>
            <a:spLocks noGrp="1"/>
          </p:cNvSpPr>
          <p:nvPr>
            <p:ph type="dt" sz="half" idx="10"/>
          </p:nvPr>
        </p:nvSpPr>
        <p:spPr/>
        <p:txBody>
          <a:bodyPr/>
          <a:lstStyle/>
          <a:p>
            <a:fld id="{420D403A-96C4-4E6D-A71F-8A0C524F883B}" type="datetimeFigureOut">
              <a:rPr lang="en-IN" smtClean="0"/>
              <a:t>06-04-2026</a:t>
            </a:fld>
            <a:endParaRPr lang="en-IN"/>
          </a:p>
        </p:txBody>
      </p:sp>
      <p:sp>
        <p:nvSpPr>
          <p:cNvPr id="5" name="Footer Placeholder 4">
            <a:extLst>
              <a:ext uri="{FF2B5EF4-FFF2-40B4-BE49-F238E27FC236}">
                <a16:creationId xmlns:a16="http://schemas.microsoft.com/office/drawing/2014/main" id="{8D67CFF2-04C4-D152-4B8C-AFED00A055A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AAB12CE-DCE2-96EF-7CEE-8E5D563EEC96}"/>
              </a:ext>
            </a:extLst>
          </p:cNvPr>
          <p:cNvSpPr>
            <a:spLocks noGrp="1"/>
          </p:cNvSpPr>
          <p:nvPr>
            <p:ph type="sldNum" sz="quarter" idx="12"/>
          </p:nvPr>
        </p:nvSpPr>
        <p:spPr/>
        <p:txBody>
          <a:bodyPr/>
          <a:lstStyle/>
          <a:p>
            <a:fld id="{A0FBF9F6-EF0C-42F6-AD23-B39F56094C11}" type="slidenum">
              <a:rPr lang="en-IN" smtClean="0"/>
              <a:t>‹#›</a:t>
            </a:fld>
            <a:endParaRPr lang="en-IN"/>
          </a:p>
        </p:txBody>
      </p:sp>
    </p:spTree>
    <p:extLst>
      <p:ext uri="{BB962C8B-B14F-4D97-AF65-F5344CB8AC3E}">
        <p14:creationId xmlns:p14="http://schemas.microsoft.com/office/powerpoint/2010/main" val="10168189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A16BCA-7DA4-AC5D-DB5B-BF00F775EB7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7EA1BD7-71AC-9349-A609-C51E816F4E9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B8B6FAA-61B0-77BB-CEF0-F1CF07A34D69}"/>
              </a:ext>
            </a:extLst>
          </p:cNvPr>
          <p:cNvSpPr>
            <a:spLocks noGrp="1"/>
          </p:cNvSpPr>
          <p:nvPr>
            <p:ph type="dt" sz="half" idx="10"/>
          </p:nvPr>
        </p:nvSpPr>
        <p:spPr/>
        <p:txBody>
          <a:bodyPr/>
          <a:lstStyle/>
          <a:p>
            <a:fld id="{420D403A-96C4-4E6D-A71F-8A0C524F883B}" type="datetimeFigureOut">
              <a:rPr lang="en-IN" smtClean="0"/>
              <a:t>06-04-2026</a:t>
            </a:fld>
            <a:endParaRPr lang="en-IN"/>
          </a:p>
        </p:txBody>
      </p:sp>
      <p:sp>
        <p:nvSpPr>
          <p:cNvPr id="5" name="Footer Placeholder 4">
            <a:extLst>
              <a:ext uri="{FF2B5EF4-FFF2-40B4-BE49-F238E27FC236}">
                <a16:creationId xmlns:a16="http://schemas.microsoft.com/office/drawing/2014/main" id="{2396C92B-15E0-3E8F-AD28-102BD8E9B89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13FF385-A966-EA8E-0ECE-49D772CAFE8A}"/>
              </a:ext>
            </a:extLst>
          </p:cNvPr>
          <p:cNvSpPr>
            <a:spLocks noGrp="1"/>
          </p:cNvSpPr>
          <p:nvPr>
            <p:ph type="sldNum" sz="quarter" idx="12"/>
          </p:nvPr>
        </p:nvSpPr>
        <p:spPr/>
        <p:txBody>
          <a:bodyPr/>
          <a:lstStyle/>
          <a:p>
            <a:fld id="{A0FBF9F6-EF0C-42F6-AD23-B39F56094C11}" type="slidenum">
              <a:rPr lang="en-IN" smtClean="0"/>
              <a:t>‹#›</a:t>
            </a:fld>
            <a:endParaRPr lang="en-IN"/>
          </a:p>
        </p:txBody>
      </p:sp>
    </p:spTree>
    <p:extLst>
      <p:ext uri="{BB962C8B-B14F-4D97-AF65-F5344CB8AC3E}">
        <p14:creationId xmlns:p14="http://schemas.microsoft.com/office/powerpoint/2010/main" val="32522100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708E79-18B3-6824-A352-5DD67F9E089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FF9A1D8-509A-42D0-50B0-76D2447C331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9907469-EB53-4791-3819-CB948CDA0E83}"/>
              </a:ext>
            </a:extLst>
          </p:cNvPr>
          <p:cNvSpPr>
            <a:spLocks noGrp="1"/>
          </p:cNvSpPr>
          <p:nvPr>
            <p:ph type="dt" sz="half" idx="10"/>
          </p:nvPr>
        </p:nvSpPr>
        <p:spPr/>
        <p:txBody>
          <a:bodyPr/>
          <a:lstStyle/>
          <a:p>
            <a:fld id="{420D403A-96C4-4E6D-A71F-8A0C524F883B}" type="datetimeFigureOut">
              <a:rPr lang="en-IN" smtClean="0"/>
              <a:t>06-04-2026</a:t>
            </a:fld>
            <a:endParaRPr lang="en-IN"/>
          </a:p>
        </p:txBody>
      </p:sp>
      <p:sp>
        <p:nvSpPr>
          <p:cNvPr id="5" name="Footer Placeholder 4">
            <a:extLst>
              <a:ext uri="{FF2B5EF4-FFF2-40B4-BE49-F238E27FC236}">
                <a16:creationId xmlns:a16="http://schemas.microsoft.com/office/drawing/2014/main" id="{4CB43A63-86B2-56C2-146C-375C09EF77D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DEB58CA-558F-0BA3-2E77-81074CAA5A76}"/>
              </a:ext>
            </a:extLst>
          </p:cNvPr>
          <p:cNvSpPr>
            <a:spLocks noGrp="1"/>
          </p:cNvSpPr>
          <p:nvPr>
            <p:ph type="sldNum" sz="quarter" idx="12"/>
          </p:nvPr>
        </p:nvSpPr>
        <p:spPr/>
        <p:txBody>
          <a:bodyPr/>
          <a:lstStyle/>
          <a:p>
            <a:fld id="{A0FBF9F6-EF0C-42F6-AD23-B39F56094C11}" type="slidenum">
              <a:rPr lang="en-IN" smtClean="0"/>
              <a:t>‹#›</a:t>
            </a:fld>
            <a:endParaRPr lang="en-IN"/>
          </a:p>
        </p:txBody>
      </p:sp>
    </p:spTree>
    <p:extLst>
      <p:ext uri="{BB962C8B-B14F-4D97-AF65-F5344CB8AC3E}">
        <p14:creationId xmlns:p14="http://schemas.microsoft.com/office/powerpoint/2010/main" val="14457675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4720D9-4F99-6D14-D995-CAA15D3F8FD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F599739-08A2-9366-52EB-7D3C17D39C6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11E9B05-C5F0-60AB-4006-D800F2FCBCB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5445333-A7F4-9901-56FD-ACDD167DEB4D}"/>
              </a:ext>
            </a:extLst>
          </p:cNvPr>
          <p:cNvSpPr>
            <a:spLocks noGrp="1"/>
          </p:cNvSpPr>
          <p:nvPr>
            <p:ph type="dt" sz="half" idx="10"/>
          </p:nvPr>
        </p:nvSpPr>
        <p:spPr/>
        <p:txBody>
          <a:bodyPr/>
          <a:lstStyle/>
          <a:p>
            <a:fld id="{420D403A-96C4-4E6D-A71F-8A0C524F883B}" type="datetimeFigureOut">
              <a:rPr lang="en-IN" smtClean="0"/>
              <a:t>06-04-2026</a:t>
            </a:fld>
            <a:endParaRPr lang="en-IN"/>
          </a:p>
        </p:txBody>
      </p:sp>
      <p:sp>
        <p:nvSpPr>
          <p:cNvPr id="6" name="Footer Placeholder 5">
            <a:extLst>
              <a:ext uri="{FF2B5EF4-FFF2-40B4-BE49-F238E27FC236}">
                <a16:creationId xmlns:a16="http://schemas.microsoft.com/office/drawing/2014/main" id="{07A76C3F-6B03-39CA-5636-A61F11DF679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0F9D20D-CA3D-5E6B-0E76-D97F909C1A64}"/>
              </a:ext>
            </a:extLst>
          </p:cNvPr>
          <p:cNvSpPr>
            <a:spLocks noGrp="1"/>
          </p:cNvSpPr>
          <p:nvPr>
            <p:ph type="sldNum" sz="quarter" idx="12"/>
          </p:nvPr>
        </p:nvSpPr>
        <p:spPr/>
        <p:txBody>
          <a:bodyPr/>
          <a:lstStyle/>
          <a:p>
            <a:fld id="{A0FBF9F6-EF0C-42F6-AD23-B39F56094C11}" type="slidenum">
              <a:rPr lang="en-IN" smtClean="0"/>
              <a:t>‹#›</a:t>
            </a:fld>
            <a:endParaRPr lang="en-IN"/>
          </a:p>
        </p:txBody>
      </p:sp>
    </p:spTree>
    <p:extLst>
      <p:ext uri="{BB962C8B-B14F-4D97-AF65-F5344CB8AC3E}">
        <p14:creationId xmlns:p14="http://schemas.microsoft.com/office/powerpoint/2010/main" val="24137980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D97F43-199E-9BCE-4D50-8954E0BE8A1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96944D7-22FF-36E1-07F6-22B641C1A81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8CD578C-0C27-36FD-D472-D82FECC0B42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E7E7AE5-1AAE-E65C-8B3C-DFFEBDDFC6E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5CFE1B1-3F36-0693-EC88-BD4DD6BA761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FBC6DC3-E138-7203-3032-7A1B1C8F72CB}"/>
              </a:ext>
            </a:extLst>
          </p:cNvPr>
          <p:cNvSpPr>
            <a:spLocks noGrp="1"/>
          </p:cNvSpPr>
          <p:nvPr>
            <p:ph type="dt" sz="half" idx="10"/>
          </p:nvPr>
        </p:nvSpPr>
        <p:spPr/>
        <p:txBody>
          <a:bodyPr/>
          <a:lstStyle/>
          <a:p>
            <a:fld id="{420D403A-96C4-4E6D-A71F-8A0C524F883B}" type="datetimeFigureOut">
              <a:rPr lang="en-IN" smtClean="0"/>
              <a:t>06-04-2026</a:t>
            </a:fld>
            <a:endParaRPr lang="en-IN"/>
          </a:p>
        </p:txBody>
      </p:sp>
      <p:sp>
        <p:nvSpPr>
          <p:cNvPr id="8" name="Footer Placeholder 7">
            <a:extLst>
              <a:ext uri="{FF2B5EF4-FFF2-40B4-BE49-F238E27FC236}">
                <a16:creationId xmlns:a16="http://schemas.microsoft.com/office/drawing/2014/main" id="{04CA86E1-47F6-C489-4161-38C1E5B295A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572C850-8984-D4A3-A7DE-A2403DF600F5}"/>
              </a:ext>
            </a:extLst>
          </p:cNvPr>
          <p:cNvSpPr>
            <a:spLocks noGrp="1"/>
          </p:cNvSpPr>
          <p:nvPr>
            <p:ph type="sldNum" sz="quarter" idx="12"/>
          </p:nvPr>
        </p:nvSpPr>
        <p:spPr/>
        <p:txBody>
          <a:bodyPr/>
          <a:lstStyle/>
          <a:p>
            <a:fld id="{A0FBF9F6-EF0C-42F6-AD23-B39F56094C11}" type="slidenum">
              <a:rPr lang="en-IN" smtClean="0"/>
              <a:t>‹#›</a:t>
            </a:fld>
            <a:endParaRPr lang="en-IN"/>
          </a:p>
        </p:txBody>
      </p:sp>
    </p:spTree>
    <p:extLst>
      <p:ext uri="{BB962C8B-B14F-4D97-AF65-F5344CB8AC3E}">
        <p14:creationId xmlns:p14="http://schemas.microsoft.com/office/powerpoint/2010/main" val="28231251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8610CE-4398-0C10-BE9E-9D6A4199D13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9E4C36B-338F-4187-B505-9F3CCC6AA265}"/>
              </a:ext>
            </a:extLst>
          </p:cNvPr>
          <p:cNvSpPr>
            <a:spLocks noGrp="1"/>
          </p:cNvSpPr>
          <p:nvPr>
            <p:ph type="dt" sz="half" idx="10"/>
          </p:nvPr>
        </p:nvSpPr>
        <p:spPr/>
        <p:txBody>
          <a:bodyPr/>
          <a:lstStyle/>
          <a:p>
            <a:fld id="{420D403A-96C4-4E6D-A71F-8A0C524F883B}" type="datetimeFigureOut">
              <a:rPr lang="en-IN" smtClean="0"/>
              <a:t>06-04-2026</a:t>
            </a:fld>
            <a:endParaRPr lang="en-IN"/>
          </a:p>
        </p:txBody>
      </p:sp>
      <p:sp>
        <p:nvSpPr>
          <p:cNvPr id="4" name="Footer Placeholder 3">
            <a:extLst>
              <a:ext uri="{FF2B5EF4-FFF2-40B4-BE49-F238E27FC236}">
                <a16:creationId xmlns:a16="http://schemas.microsoft.com/office/drawing/2014/main" id="{DC00D226-7EC5-6E85-9BBB-1CCA90967EA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2EED67B-ACA7-C075-7748-E1BB773FAA8D}"/>
              </a:ext>
            </a:extLst>
          </p:cNvPr>
          <p:cNvSpPr>
            <a:spLocks noGrp="1"/>
          </p:cNvSpPr>
          <p:nvPr>
            <p:ph type="sldNum" sz="quarter" idx="12"/>
          </p:nvPr>
        </p:nvSpPr>
        <p:spPr/>
        <p:txBody>
          <a:bodyPr/>
          <a:lstStyle/>
          <a:p>
            <a:fld id="{A0FBF9F6-EF0C-42F6-AD23-B39F56094C11}" type="slidenum">
              <a:rPr lang="en-IN" smtClean="0"/>
              <a:t>‹#›</a:t>
            </a:fld>
            <a:endParaRPr lang="en-IN"/>
          </a:p>
        </p:txBody>
      </p:sp>
    </p:spTree>
    <p:extLst>
      <p:ext uri="{BB962C8B-B14F-4D97-AF65-F5344CB8AC3E}">
        <p14:creationId xmlns:p14="http://schemas.microsoft.com/office/powerpoint/2010/main" val="2752969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65109B3-7EF0-CD32-1BFA-5328B75A014E}"/>
              </a:ext>
            </a:extLst>
          </p:cNvPr>
          <p:cNvSpPr>
            <a:spLocks noGrp="1"/>
          </p:cNvSpPr>
          <p:nvPr>
            <p:ph type="dt" sz="half" idx="10"/>
          </p:nvPr>
        </p:nvSpPr>
        <p:spPr/>
        <p:txBody>
          <a:bodyPr/>
          <a:lstStyle/>
          <a:p>
            <a:fld id="{420D403A-96C4-4E6D-A71F-8A0C524F883B}" type="datetimeFigureOut">
              <a:rPr lang="en-IN" smtClean="0"/>
              <a:t>06-04-2026</a:t>
            </a:fld>
            <a:endParaRPr lang="en-IN"/>
          </a:p>
        </p:txBody>
      </p:sp>
      <p:sp>
        <p:nvSpPr>
          <p:cNvPr id="3" name="Footer Placeholder 2">
            <a:extLst>
              <a:ext uri="{FF2B5EF4-FFF2-40B4-BE49-F238E27FC236}">
                <a16:creationId xmlns:a16="http://schemas.microsoft.com/office/drawing/2014/main" id="{5FEA2E8F-C387-572C-CD62-8CF7A66F6BC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ED60C2C-1F2B-51AB-C9F8-19DB99925E14}"/>
              </a:ext>
            </a:extLst>
          </p:cNvPr>
          <p:cNvSpPr>
            <a:spLocks noGrp="1"/>
          </p:cNvSpPr>
          <p:nvPr>
            <p:ph type="sldNum" sz="quarter" idx="12"/>
          </p:nvPr>
        </p:nvSpPr>
        <p:spPr/>
        <p:txBody>
          <a:bodyPr/>
          <a:lstStyle/>
          <a:p>
            <a:fld id="{A0FBF9F6-EF0C-42F6-AD23-B39F56094C11}" type="slidenum">
              <a:rPr lang="en-IN" smtClean="0"/>
              <a:t>‹#›</a:t>
            </a:fld>
            <a:endParaRPr lang="en-IN"/>
          </a:p>
        </p:txBody>
      </p:sp>
    </p:spTree>
    <p:extLst>
      <p:ext uri="{BB962C8B-B14F-4D97-AF65-F5344CB8AC3E}">
        <p14:creationId xmlns:p14="http://schemas.microsoft.com/office/powerpoint/2010/main" val="36456199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AC6AEC-9BA0-FC55-91D9-596305A8DE5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C0FD214-E3F2-EEB2-2959-022E2A6FF66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C20B84B-ADF1-B398-7318-B2C5B1F9570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23AFB36-A21B-414B-9428-9E72946DE6BA}"/>
              </a:ext>
            </a:extLst>
          </p:cNvPr>
          <p:cNvSpPr>
            <a:spLocks noGrp="1"/>
          </p:cNvSpPr>
          <p:nvPr>
            <p:ph type="dt" sz="half" idx="10"/>
          </p:nvPr>
        </p:nvSpPr>
        <p:spPr/>
        <p:txBody>
          <a:bodyPr/>
          <a:lstStyle/>
          <a:p>
            <a:fld id="{420D403A-96C4-4E6D-A71F-8A0C524F883B}" type="datetimeFigureOut">
              <a:rPr lang="en-IN" smtClean="0"/>
              <a:t>06-04-2026</a:t>
            </a:fld>
            <a:endParaRPr lang="en-IN"/>
          </a:p>
        </p:txBody>
      </p:sp>
      <p:sp>
        <p:nvSpPr>
          <p:cNvPr id="6" name="Footer Placeholder 5">
            <a:extLst>
              <a:ext uri="{FF2B5EF4-FFF2-40B4-BE49-F238E27FC236}">
                <a16:creationId xmlns:a16="http://schemas.microsoft.com/office/drawing/2014/main" id="{C1F86F34-1B4B-6F27-5041-44614842D3C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EA251D5-4BB1-F69B-6B1F-7E84E1620B4F}"/>
              </a:ext>
            </a:extLst>
          </p:cNvPr>
          <p:cNvSpPr>
            <a:spLocks noGrp="1"/>
          </p:cNvSpPr>
          <p:nvPr>
            <p:ph type="sldNum" sz="quarter" idx="12"/>
          </p:nvPr>
        </p:nvSpPr>
        <p:spPr/>
        <p:txBody>
          <a:bodyPr/>
          <a:lstStyle/>
          <a:p>
            <a:fld id="{A0FBF9F6-EF0C-42F6-AD23-B39F56094C11}" type="slidenum">
              <a:rPr lang="en-IN" smtClean="0"/>
              <a:t>‹#›</a:t>
            </a:fld>
            <a:endParaRPr lang="en-IN"/>
          </a:p>
        </p:txBody>
      </p:sp>
    </p:spTree>
    <p:extLst>
      <p:ext uri="{BB962C8B-B14F-4D97-AF65-F5344CB8AC3E}">
        <p14:creationId xmlns:p14="http://schemas.microsoft.com/office/powerpoint/2010/main" val="32426753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82E39-BD9F-5C3C-D08A-AB8A6285B59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B602E83-9BBB-546C-6579-DB768999448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2681896-3FD0-751E-CB7B-EA1C04BDBBF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928E466-427F-63B4-ED25-284497B2E737}"/>
              </a:ext>
            </a:extLst>
          </p:cNvPr>
          <p:cNvSpPr>
            <a:spLocks noGrp="1"/>
          </p:cNvSpPr>
          <p:nvPr>
            <p:ph type="dt" sz="half" idx="10"/>
          </p:nvPr>
        </p:nvSpPr>
        <p:spPr/>
        <p:txBody>
          <a:bodyPr/>
          <a:lstStyle/>
          <a:p>
            <a:fld id="{420D403A-96C4-4E6D-A71F-8A0C524F883B}" type="datetimeFigureOut">
              <a:rPr lang="en-IN" smtClean="0"/>
              <a:t>06-04-2026</a:t>
            </a:fld>
            <a:endParaRPr lang="en-IN"/>
          </a:p>
        </p:txBody>
      </p:sp>
      <p:sp>
        <p:nvSpPr>
          <p:cNvPr id="6" name="Footer Placeholder 5">
            <a:extLst>
              <a:ext uri="{FF2B5EF4-FFF2-40B4-BE49-F238E27FC236}">
                <a16:creationId xmlns:a16="http://schemas.microsoft.com/office/drawing/2014/main" id="{EB59ABBE-94A1-F6B9-10C0-40671AE59BB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D934366-3637-7934-0DF7-A5830FB116EB}"/>
              </a:ext>
            </a:extLst>
          </p:cNvPr>
          <p:cNvSpPr>
            <a:spLocks noGrp="1"/>
          </p:cNvSpPr>
          <p:nvPr>
            <p:ph type="sldNum" sz="quarter" idx="12"/>
          </p:nvPr>
        </p:nvSpPr>
        <p:spPr/>
        <p:txBody>
          <a:bodyPr/>
          <a:lstStyle/>
          <a:p>
            <a:fld id="{A0FBF9F6-EF0C-42F6-AD23-B39F56094C11}" type="slidenum">
              <a:rPr lang="en-IN" smtClean="0"/>
              <a:t>‹#›</a:t>
            </a:fld>
            <a:endParaRPr lang="en-IN"/>
          </a:p>
        </p:txBody>
      </p:sp>
    </p:spTree>
    <p:extLst>
      <p:ext uri="{BB962C8B-B14F-4D97-AF65-F5344CB8AC3E}">
        <p14:creationId xmlns:p14="http://schemas.microsoft.com/office/powerpoint/2010/main" val="28438535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A7C403-1CBB-80EC-73A8-3EDB4CFC9EC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F964E7E-9512-F79C-3FD5-4EBFF865A8E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E84D681-3469-5E46-6E8F-BB3E5942BC78}"/>
              </a:ext>
            </a:extLst>
          </p:cNvPr>
          <p:cNvSpPr>
            <a:spLocks noGrp="1"/>
          </p:cNvSpPr>
          <p:nvPr>
            <p:ph type="dt" sz="half" idx="10"/>
          </p:nvPr>
        </p:nvSpPr>
        <p:spPr/>
        <p:txBody>
          <a:bodyPr/>
          <a:lstStyle/>
          <a:p>
            <a:fld id="{420D403A-96C4-4E6D-A71F-8A0C524F883B}" type="datetimeFigureOut">
              <a:rPr lang="en-IN" smtClean="0"/>
              <a:t>06-04-2026</a:t>
            </a:fld>
            <a:endParaRPr lang="en-IN"/>
          </a:p>
        </p:txBody>
      </p:sp>
      <p:sp>
        <p:nvSpPr>
          <p:cNvPr id="5" name="Footer Placeholder 4">
            <a:extLst>
              <a:ext uri="{FF2B5EF4-FFF2-40B4-BE49-F238E27FC236}">
                <a16:creationId xmlns:a16="http://schemas.microsoft.com/office/drawing/2014/main" id="{C24237A4-C073-9A53-503A-8B3D7CE913D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69EE962-73F4-EA2D-AED4-1273FAF7640A}"/>
              </a:ext>
            </a:extLst>
          </p:cNvPr>
          <p:cNvSpPr>
            <a:spLocks noGrp="1"/>
          </p:cNvSpPr>
          <p:nvPr>
            <p:ph type="sldNum" sz="quarter" idx="12"/>
          </p:nvPr>
        </p:nvSpPr>
        <p:spPr/>
        <p:txBody>
          <a:bodyPr/>
          <a:lstStyle/>
          <a:p>
            <a:fld id="{A0FBF9F6-EF0C-42F6-AD23-B39F56094C11}" type="slidenum">
              <a:rPr lang="en-IN" smtClean="0"/>
              <a:t>‹#›</a:t>
            </a:fld>
            <a:endParaRPr lang="en-IN"/>
          </a:p>
        </p:txBody>
      </p:sp>
    </p:spTree>
    <p:extLst>
      <p:ext uri="{BB962C8B-B14F-4D97-AF65-F5344CB8AC3E}">
        <p14:creationId xmlns:p14="http://schemas.microsoft.com/office/powerpoint/2010/main" val="1275570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0782872-BD1F-5FE4-6E63-AD318388EC3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C91EE48-43E8-58C9-147D-9441A517742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185C8A8-3FED-5156-3D67-A68A70FF666A}"/>
              </a:ext>
            </a:extLst>
          </p:cNvPr>
          <p:cNvSpPr>
            <a:spLocks noGrp="1"/>
          </p:cNvSpPr>
          <p:nvPr>
            <p:ph type="dt" sz="half" idx="10"/>
          </p:nvPr>
        </p:nvSpPr>
        <p:spPr/>
        <p:txBody>
          <a:bodyPr/>
          <a:lstStyle/>
          <a:p>
            <a:fld id="{420D403A-96C4-4E6D-A71F-8A0C524F883B}" type="datetimeFigureOut">
              <a:rPr lang="en-IN" smtClean="0"/>
              <a:t>06-04-2026</a:t>
            </a:fld>
            <a:endParaRPr lang="en-IN"/>
          </a:p>
        </p:txBody>
      </p:sp>
      <p:sp>
        <p:nvSpPr>
          <p:cNvPr id="5" name="Footer Placeholder 4">
            <a:extLst>
              <a:ext uri="{FF2B5EF4-FFF2-40B4-BE49-F238E27FC236}">
                <a16:creationId xmlns:a16="http://schemas.microsoft.com/office/drawing/2014/main" id="{DF18C20D-3E76-6CC2-EA7D-E05C92D04D9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2F1B5D8-51DD-5D53-BABF-6B8E5E54861A}"/>
              </a:ext>
            </a:extLst>
          </p:cNvPr>
          <p:cNvSpPr>
            <a:spLocks noGrp="1"/>
          </p:cNvSpPr>
          <p:nvPr>
            <p:ph type="sldNum" sz="quarter" idx="12"/>
          </p:nvPr>
        </p:nvSpPr>
        <p:spPr/>
        <p:txBody>
          <a:bodyPr/>
          <a:lstStyle/>
          <a:p>
            <a:fld id="{A0FBF9F6-EF0C-42F6-AD23-B39F56094C11}" type="slidenum">
              <a:rPr lang="en-IN" smtClean="0"/>
              <a:t>‹#›</a:t>
            </a:fld>
            <a:endParaRPr lang="en-IN"/>
          </a:p>
        </p:txBody>
      </p:sp>
    </p:spTree>
    <p:extLst>
      <p:ext uri="{BB962C8B-B14F-4D97-AF65-F5344CB8AC3E}">
        <p14:creationId xmlns:p14="http://schemas.microsoft.com/office/powerpoint/2010/main" val="7647084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B90BA52-6A8D-EDB3-CBD0-0AAD804FABD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4128725-ED4F-0BC9-E489-8DF39A73F69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ED81F21-289C-BD44-047B-155F9FB921E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20D403A-96C4-4E6D-A71F-8A0C524F883B}" type="datetimeFigureOut">
              <a:rPr lang="en-IN" smtClean="0"/>
              <a:t>06-04-2026</a:t>
            </a:fld>
            <a:endParaRPr lang="en-IN"/>
          </a:p>
        </p:txBody>
      </p:sp>
      <p:sp>
        <p:nvSpPr>
          <p:cNvPr id="5" name="Footer Placeholder 4">
            <a:extLst>
              <a:ext uri="{FF2B5EF4-FFF2-40B4-BE49-F238E27FC236}">
                <a16:creationId xmlns:a16="http://schemas.microsoft.com/office/drawing/2014/main" id="{837B1A81-041A-5B2C-CADF-7173BB18DD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889948D-7CCA-4327-C4DE-AA33A24A473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0FBF9F6-EF0C-42F6-AD23-B39F56094C11}" type="slidenum">
              <a:rPr lang="en-IN" smtClean="0"/>
              <a:t>‹#›</a:t>
            </a:fld>
            <a:endParaRPr lang="en-IN"/>
          </a:p>
        </p:txBody>
      </p:sp>
    </p:spTree>
    <p:extLst>
      <p:ext uri="{BB962C8B-B14F-4D97-AF65-F5344CB8AC3E}">
        <p14:creationId xmlns:p14="http://schemas.microsoft.com/office/powerpoint/2010/main" val="26506760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5FFA9D-AA8C-183A-340F-4284C2533B74}"/>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6700F163-E7FA-1B2C-D5E0-4ABC6D628E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1BD2B560-468C-AE00-FD08-190FAA9C2CD5}"/>
              </a:ext>
            </a:extLst>
          </p:cNvPr>
          <p:cNvSpPr>
            <a:spLocks noGrp="1"/>
          </p:cNvSpPr>
          <p:nvPr>
            <p:ph type="ctrTitle"/>
          </p:nvPr>
        </p:nvSpPr>
        <p:spPr>
          <a:xfrm>
            <a:off x="1642872" y="833426"/>
            <a:ext cx="8708136" cy="1754326"/>
          </a:xfrm>
        </p:spPr>
        <p:txBody>
          <a:bodyPr/>
          <a:lstStyle/>
          <a:p>
            <a:r>
              <a:rPr lang="en-IN" b="1" u="sng" dirty="0">
                <a:latin typeface="Montserrat" panose="00000500000000000000" pitchFamily="2" charset="0"/>
              </a:rPr>
              <a:t>AI BUSINESS FINANCE ANALYSIS</a:t>
            </a:r>
          </a:p>
        </p:txBody>
      </p:sp>
      <p:sp>
        <p:nvSpPr>
          <p:cNvPr id="6" name="Rectangle 2">
            <a:extLst>
              <a:ext uri="{FF2B5EF4-FFF2-40B4-BE49-F238E27FC236}">
                <a16:creationId xmlns:a16="http://schemas.microsoft.com/office/drawing/2014/main" id="{B88AD9CD-CFB0-97F2-617B-EF1420132690}"/>
              </a:ext>
            </a:extLst>
          </p:cNvPr>
          <p:cNvSpPr>
            <a:spLocks noGrp="1" noChangeArrowheads="1"/>
          </p:cNvSpPr>
          <p:nvPr>
            <p:ph type="subTitle" idx="1"/>
          </p:nvPr>
        </p:nvSpPr>
        <p:spPr bwMode="auto">
          <a:xfrm>
            <a:off x="1524000" y="3552756"/>
            <a:ext cx="6858481"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Project Name:</a:t>
            </a:r>
            <a:r>
              <a:rPr kumimoji="0" lang="en-US" altLang="en-US" sz="1800" b="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  </a:t>
            </a:r>
            <a:r>
              <a:rPr lang="en-US" altLang="en-US" sz="1800" dirty="0" err="1">
                <a:latin typeface="Open sans" panose="020B0606030504020204" pitchFamily="34" charset="0"/>
                <a:ea typeface="Open sans" panose="020B0606030504020204" pitchFamily="34" charset="0"/>
                <a:cs typeface="Open sans" panose="020B0606030504020204" pitchFamily="34" charset="0"/>
              </a:rPr>
              <a:t>FinAnalyzer</a:t>
            </a:r>
            <a:endParaRPr kumimoji="0" lang="en-US" altLang="en-US" sz="1800" b="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p>
            <a:pPr lvl="0" algn="l" eaLnBrk="0" fontAlgn="base" hangingPunct="0">
              <a:lnSpc>
                <a:spcPct val="100000"/>
              </a:lnSpc>
              <a:spcBef>
                <a:spcPct val="0"/>
              </a:spcBef>
              <a:spcAft>
                <a:spcPct val="0"/>
              </a:spcAft>
              <a:buFontTx/>
              <a:buChar char="•"/>
            </a:pPr>
            <a:r>
              <a:rPr kumimoji="0" lang="en-US" altLang="en-US" sz="1800" b="1"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Tagline:</a:t>
            </a:r>
            <a:r>
              <a:rPr kumimoji="0" lang="en-US" altLang="en-US" sz="1800" b="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 </a:t>
            </a:r>
            <a:r>
              <a:rPr lang="en-US" sz="1800" dirty="0"/>
              <a:t>Smart financial planning for your business powered by AI</a:t>
            </a:r>
            <a:endParaRPr kumimoji="0" lang="en-US" altLang="en-US" sz="1800" b="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Team Name:</a:t>
            </a:r>
            <a:r>
              <a:rPr kumimoji="0" lang="en-US" altLang="en-US" sz="1800" b="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 </a:t>
            </a:r>
            <a:r>
              <a:rPr lang="en-US" altLang="en-US" sz="1800" dirty="0">
                <a:latin typeface="Open sans" panose="020B0606030504020204" pitchFamily="34" charset="0"/>
                <a:ea typeface="Open sans" panose="020B0606030504020204" pitchFamily="34" charset="0"/>
                <a:cs typeface="Open sans" panose="020B0606030504020204" pitchFamily="34" charset="0"/>
              </a:rPr>
              <a:t>Not-Your-Type</a:t>
            </a:r>
            <a:endParaRPr kumimoji="0" lang="en-US" altLang="en-US" sz="1800" b="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Event:</a:t>
            </a:r>
            <a:r>
              <a:rPr kumimoji="0" lang="en-US" altLang="en-US" sz="1800" b="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 DevCraft: Simon’s Command Line (or your event name)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Date</a:t>
            </a:r>
            <a:r>
              <a:rPr lang="en-US" altLang="en-US" sz="1800" dirty="0">
                <a:latin typeface="Open sans" panose="020B0606030504020204" pitchFamily="34" charset="0"/>
                <a:ea typeface="Open sans" panose="020B0606030504020204" pitchFamily="34" charset="0"/>
                <a:cs typeface="Open sans" panose="020B0606030504020204" pitchFamily="34" charset="0"/>
              </a:rPr>
              <a:t>: 06-04-26</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1800" b="1" dirty="0">
                <a:latin typeface="Open sans" panose="020B0606030504020204" pitchFamily="34" charset="0"/>
                <a:ea typeface="Open sans" panose="020B0606030504020204" pitchFamily="34" charset="0"/>
                <a:cs typeface="Open sans" panose="020B0606030504020204" pitchFamily="34" charset="0"/>
              </a:rPr>
              <a:t>Domain: FinTech</a:t>
            </a:r>
            <a:endParaRPr kumimoji="0" lang="en-US" altLang="en-US" sz="1800" b="1"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6799314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608B3B-0FDC-937D-B730-D2DCFE2DBA5B}"/>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9EA4A0CE-87ED-FA30-F1CA-9ABEA24119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997E70B9-3D8E-AC8C-FD71-33A8999FB4B9}"/>
              </a:ext>
            </a:extLst>
          </p:cNvPr>
          <p:cNvSpPr>
            <a:spLocks noGrp="1"/>
          </p:cNvSpPr>
          <p:nvPr>
            <p:ph type="ctrTitle"/>
          </p:nvPr>
        </p:nvSpPr>
        <p:spPr>
          <a:xfrm>
            <a:off x="1524000" y="134592"/>
            <a:ext cx="9144000" cy="2387600"/>
          </a:xfrm>
        </p:spPr>
        <p:txBody>
          <a:bodyPr/>
          <a:lstStyle/>
          <a:p>
            <a:r>
              <a:rPr lang="en-IN" b="1" u="sng" dirty="0">
                <a:latin typeface="Montserrat" panose="00000500000000000000" pitchFamily="2" charset="0"/>
              </a:rPr>
              <a:t>Problem Statement</a:t>
            </a:r>
          </a:p>
        </p:txBody>
      </p:sp>
      <p:sp>
        <p:nvSpPr>
          <p:cNvPr id="3" name="Subtitle 2">
            <a:extLst>
              <a:ext uri="{FF2B5EF4-FFF2-40B4-BE49-F238E27FC236}">
                <a16:creationId xmlns:a16="http://schemas.microsoft.com/office/drawing/2014/main" id="{F76C42E2-B03A-1F39-A18A-616A4BA0320A}"/>
              </a:ext>
            </a:extLst>
          </p:cNvPr>
          <p:cNvSpPr>
            <a:spLocks noGrp="1"/>
          </p:cNvSpPr>
          <p:nvPr>
            <p:ph type="subTitle" idx="1"/>
          </p:nvPr>
        </p:nvSpPr>
        <p:spPr>
          <a:xfrm>
            <a:off x="1524000" y="2918548"/>
            <a:ext cx="9144000" cy="1655762"/>
          </a:xfrm>
        </p:spPr>
        <p:txBody>
          <a:bodyPr>
            <a:normAutofit fontScale="92500" lnSpcReduction="20000"/>
          </a:bodyPr>
          <a:lstStyle/>
          <a:p>
            <a:pPr algn="just"/>
            <a:r>
              <a:rPr lang="en-US" sz="2100" dirty="0"/>
              <a:t>Starting a business requires accurate financial planning, but many users find it difficult to estimate total startup costs, compare them with available funds, and choose suitable loan options. Manual calculations of investment, interest, EMI, and repayment plans are time-consuming and prone to errors. Therefore, </a:t>
            </a:r>
            <a:r>
              <a:rPr lang="en-US" sz="2100" b="1" dirty="0" err="1"/>
              <a:t>FinAnalyzer</a:t>
            </a:r>
            <a:r>
              <a:rPr lang="en-US" sz="2100" dirty="0"/>
              <a:t>, an AI-powered website, is designed to calculate required capital, identify funding gaps, suggest suitable bank loan options, and provide EMI and repayment analysis to help users make informed business financing decisions</a:t>
            </a:r>
            <a:r>
              <a:rPr lang="en-US" dirty="0"/>
              <a:t>.</a:t>
            </a:r>
            <a:endParaRPr lang="en-IN" dirty="0"/>
          </a:p>
        </p:txBody>
      </p:sp>
    </p:spTree>
    <p:extLst>
      <p:ext uri="{BB962C8B-B14F-4D97-AF65-F5344CB8AC3E}">
        <p14:creationId xmlns:p14="http://schemas.microsoft.com/office/powerpoint/2010/main" val="34201397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8582DC-8B8F-5773-F3B9-0B382CCDC77B}"/>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21D13157-B955-921F-107B-76F8794C04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84BE8F45-6E88-24FC-6BE1-2BF874E6C8E3}"/>
              </a:ext>
            </a:extLst>
          </p:cNvPr>
          <p:cNvSpPr>
            <a:spLocks noGrp="1"/>
          </p:cNvSpPr>
          <p:nvPr>
            <p:ph type="ctrTitle"/>
          </p:nvPr>
        </p:nvSpPr>
        <p:spPr>
          <a:xfrm>
            <a:off x="1524000" y="847022"/>
            <a:ext cx="9144000" cy="1355007"/>
          </a:xfrm>
        </p:spPr>
        <p:txBody>
          <a:bodyPr/>
          <a:lstStyle/>
          <a:p>
            <a:r>
              <a:rPr lang="en-IN" b="1" u="sng" dirty="0">
                <a:latin typeface="Montserrat" panose="00000500000000000000" pitchFamily="2" charset="0"/>
              </a:rPr>
              <a:t>Target Audience</a:t>
            </a:r>
          </a:p>
        </p:txBody>
      </p:sp>
      <p:sp>
        <p:nvSpPr>
          <p:cNvPr id="3" name="Subtitle 2">
            <a:extLst>
              <a:ext uri="{FF2B5EF4-FFF2-40B4-BE49-F238E27FC236}">
                <a16:creationId xmlns:a16="http://schemas.microsoft.com/office/drawing/2014/main" id="{DF4A2422-340E-8474-6CA8-CC69D2C58903}"/>
              </a:ext>
            </a:extLst>
          </p:cNvPr>
          <p:cNvSpPr>
            <a:spLocks noGrp="1"/>
          </p:cNvSpPr>
          <p:nvPr>
            <p:ph type="subTitle" idx="1"/>
          </p:nvPr>
        </p:nvSpPr>
        <p:spPr>
          <a:xfrm>
            <a:off x="1899386" y="2533634"/>
            <a:ext cx="9144000" cy="1655762"/>
          </a:xfrm>
        </p:spPr>
        <p:txBody>
          <a:bodyPr>
            <a:normAutofit fontScale="25000" lnSpcReduction="20000"/>
          </a:bodyPr>
          <a:lstStyle/>
          <a:p>
            <a:pPr marL="342900" indent="-342900" algn="just">
              <a:buFont typeface="Arial" panose="020B0604020202020204" pitchFamily="34" charset="0"/>
              <a:buChar char="•"/>
            </a:pPr>
            <a:r>
              <a:rPr lang="en-US" sz="7200" dirty="0"/>
              <a:t>Aspiring entrepreneurs planning to start a new business </a:t>
            </a:r>
          </a:p>
          <a:p>
            <a:pPr marL="342900" indent="-342900" algn="just">
              <a:buFont typeface="Arial" panose="020B0604020202020204" pitchFamily="34" charset="0"/>
              <a:buChar char="•"/>
            </a:pPr>
            <a:r>
              <a:rPr lang="en-US" sz="7200" dirty="0"/>
              <a:t>Small business owners needing financial planning support </a:t>
            </a:r>
          </a:p>
          <a:p>
            <a:pPr marL="342900" indent="-342900" algn="just">
              <a:buFont typeface="Arial" panose="020B0604020202020204" pitchFamily="34" charset="0"/>
              <a:buChar char="•"/>
            </a:pPr>
            <a:r>
              <a:rPr lang="en-US" sz="7200" dirty="0"/>
              <a:t>Students working on startup ideas or business projects </a:t>
            </a:r>
          </a:p>
          <a:p>
            <a:pPr marL="342900" indent="-342900" algn="just">
              <a:buFont typeface="Arial" panose="020B0604020202020204" pitchFamily="34" charset="0"/>
              <a:buChar char="•"/>
            </a:pPr>
            <a:r>
              <a:rPr lang="en-US" sz="7200" dirty="0"/>
              <a:t>First-time business founders with limited financial knowledge </a:t>
            </a:r>
          </a:p>
          <a:p>
            <a:pPr marL="342900" indent="-342900" algn="just">
              <a:buFont typeface="Arial" panose="020B0604020202020204" pitchFamily="34" charset="0"/>
              <a:buChar char="•"/>
            </a:pPr>
            <a:r>
              <a:rPr lang="en-US" sz="7200" dirty="0"/>
              <a:t>Individuals looking for bank loans to start a business </a:t>
            </a:r>
          </a:p>
          <a:p>
            <a:pPr marL="342900" indent="-342900" algn="just">
              <a:buFont typeface="Arial" panose="020B0604020202020204" pitchFamily="34" charset="0"/>
              <a:buChar char="•"/>
            </a:pPr>
            <a:r>
              <a:rPr lang="en-US" sz="7200" dirty="0"/>
              <a:t>Startup teams estimating investment and funding requirements</a:t>
            </a:r>
          </a:p>
          <a:p>
            <a:endParaRPr lang="en-US" dirty="0"/>
          </a:p>
        </p:txBody>
      </p:sp>
    </p:spTree>
    <p:extLst>
      <p:ext uri="{BB962C8B-B14F-4D97-AF65-F5344CB8AC3E}">
        <p14:creationId xmlns:p14="http://schemas.microsoft.com/office/powerpoint/2010/main" val="36573163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0C0F17-D71F-4E5D-8264-47A9F6A268A6}"/>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49C68430-CC32-D06A-B654-DB3AF9A537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8C4DFB8E-8883-9ACA-6E6F-AA08D471DCDE}"/>
              </a:ext>
            </a:extLst>
          </p:cNvPr>
          <p:cNvSpPr>
            <a:spLocks noGrp="1"/>
          </p:cNvSpPr>
          <p:nvPr>
            <p:ph type="ctrTitle"/>
          </p:nvPr>
        </p:nvSpPr>
        <p:spPr>
          <a:xfrm>
            <a:off x="1653309" y="534973"/>
            <a:ext cx="9144000" cy="1266046"/>
          </a:xfrm>
        </p:spPr>
        <p:txBody>
          <a:bodyPr/>
          <a:lstStyle/>
          <a:p>
            <a:r>
              <a:rPr lang="en-IN" b="1" u="sng" dirty="0">
                <a:latin typeface="Montserrat" panose="00000500000000000000" pitchFamily="2" charset="0"/>
              </a:rPr>
              <a:t>Existing Solutions</a:t>
            </a:r>
          </a:p>
        </p:txBody>
      </p:sp>
      <p:sp>
        <p:nvSpPr>
          <p:cNvPr id="3" name="Subtitle 2">
            <a:extLst>
              <a:ext uri="{FF2B5EF4-FFF2-40B4-BE49-F238E27FC236}">
                <a16:creationId xmlns:a16="http://schemas.microsoft.com/office/drawing/2014/main" id="{46632734-F5D3-955D-986B-0A58CBD1BA3C}"/>
              </a:ext>
            </a:extLst>
          </p:cNvPr>
          <p:cNvSpPr>
            <a:spLocks noGrp="1"/>
          </p:cNvSpPr>
          <p:nvPr>
            <p:ph type="subTitle" idx="1"/>
          </p:nvPr>
        </p:nvSpPr>
        <p:spPr>
          <a:xfrm>
            <a:off x="1320800" y="2235055"/>
            <a:ext cx="9144000" cy="2032145"/>
          </a:xfrm>
        </p:spPr>
        <p:txBody>
          <a:bodyPr>
            <a:normAutofit fontScale="25000" lnSpcReduction="20000"/>
          </a:bodyPr>
          <a:lstStyle/>
          <a:p>
            <a:pPr algn="just"/>
            <a:r>
              <a:rPr lang="en-US" sz="7200" b="1" dirty="0"/>
              <a:t>Current solutions available for business financial planning include:</a:t>
            </a:r>
          </a:p>
          <a:p>
            <a:pPr algn="just"/>
            <a:r>
              <a:rPr lang="en-US" sz="7200" dirty="0"/>
              <a:t>Manual calculation using spreadsheets like Microsoft Excel and Google Sheets </a:t>
            </a:r>
          </a:p>
          <a:p>
            <a:pPr algn="just"/>
            <a:r>
              <a:rPr lang="en-US" sz="7200" dirty="0"/>
              <a:t>Online EMI calculators provided by banks such as State Bank of India and HDFC Bank </a:t>
            </a:r>
          </a:p>
          <a:p>
            <a:pPr algn="just"/>
            <a:r>
              <a:rPr lang="en-US" sz="7200" dirty="0"/>
              <a:t>Basic loan comparison websites that only calculate EMI </a:t>
            </a:r>
          </a:p>
          <a:p>
            <a:pPr algn="just"/>
            <a:r>
              <a:rPr lang="en-US" sz="7200" dirty="0"/>
              <a:t>Financial planning apps that require complex data input </a:t>
            </a:r>
          </a:p>
          <a:p>
            <a:pPr algn="just"/>
            <a:r>
              <a:rPr lang="en-US" sz="7200" dirty="0"/>
              <a:t>Manual consultation with financial advisors </a:t>
            </a:r>
          </a:p>
          <a:p>
            <a:pPr algn="just"/>
            <a:r>
              <a:rPr lang="en-US" sz="7200" dirty="0"/>
              <a:t>          </a:t>
            </a:r>
          </a:p>
          <a:p>
            <a:pPr algn="just"/>
            <a:r>
              <a:rPr lang="en-US" sz="7200" b="1" dirty="0"/>
              <a:t>Limitations of existing solutions</a:t>
            </a:r>
            <a:endParaRPr lang="en-US" sz="7200" dirty="0"/>
          </a:p>
          <a:p>
            <a:pPr algn="just"/>
            <a:r>
              <a:rPr lang="en-US" sz="7200" dirty="0"/>
              <a:t>No unified startup cost + loan analysis </a:t>
            </a:r>
          </a:p>
          <a:p>
            <a:pPr algn="just"/>
            <a:r>
              <a:rPr lang="en-US" sz="7200" dirty="0"/>
              <a:t>No automatic funding gap calculation </a:t>
            </a:r>
          </a:p>
          <a:p>
            <a:pPr algn="just"/>
            <a:r>
              <a:rPr lang="en-US" sz="7200" dirty="0"/>
              <a:t>No AI-based suggestions</a:t>
            </a:r>
          </a:p>
          <a:p>
            <a:endParaRPr lang="en-US" sz="7200" dirty="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23614185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8E8092-3A14-DA37-5C79-FFB96B58F4FF}"/>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ED6E1A02-DDF7-89F3-98B0-23412617B5D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7B15C0A3-67F8-05CD-6B78-1C156A8A830D}"/>
              </a:ext>
            </a:extLst>
          </p:cNvPr>
          <p:cNvSpPr>
            <a:spLocks noGrp="1"/>
          </p:cNvSpPr>
          <p:nvPr>
            <p:ph type="ctrTitle"/>
          </p:nvPr>
        </p:nvSpPr>
        <p:spPr>
          <a:xfrm>
            <a:off x="1524000" y="964248"/>
            <a:ext cx="9144000" cy="1037590"/>
          </a:xfrm>
        </p:spPr>
        <p:txBody>
          <a:bodyPr/>
          <a:lstStyle/>
          <a:p>
            <a:r>
              <a:rPr lang="en-IN" b="1" u="sng" dirty="0">
                <a:latin typeface="Montserrat" panose="00000500000000000000" pitchFamily="2" charset="0"/>
              </a:rPr>
              <a:t>Gaps &amp; Opportunities</a:t>
            </a:r>
          </a:p>
        </p:txBody>
      </p:sp>
      <p:sp>
        <p:nvSpPr>
          <p:cNvPr id="3" name="Subtitle 2">
            <a:extLst>
              <a:ext uri="{FF2B5EF4-FFF2-40B4-BE49-F238E27FC236}">
                <a16:creationId xmlns:a16="http://schemas.microsoft.com/office/drawing/2014/main" id="{81B9272C-21BB-FC22-D358-FB4BA9D50EE7}"/>
              </a:ext>
            </a:extLst>
          </p:cNvPr>
          <p:cNvSpPr>
            <a:spLocks noGrp="1"/>
          </p:cNvSpPr>
          <p:nvPr>
            <p:ph type="subTitle" idx="1"/>
          </p:nvPr>
        </p:nvSpPr>
        <p:spPr>
          <a:xfrm>
            <a:off x="2592404" y="2331503"/>
            <a:ext cx="9144000" cy="1655762"/>
          </a:xfrm>
        </p:spPr>
        <p:txBody>
          <a:bodyPr>
            <a:normAutofit fontScale="25000" lnSpcReduction="20000"/>
          </a:bodyPr>
          <a:lstStyle/>
          <a:p>
            <a:pPr algn="just"/>
            <a:r>
              <a:rPr lang="en-US" sz="7200" b="1" dirty="0"/>
              <a:t>Gaps in Existing Solutions</a:t>
            </a:r>
          </a:p>
          <a:p>
            <a:pPr algn="just"/>
            <a:r>
              <a:rPr lang="en-US" sz="7200" b="1" dirty="0"/>
              <a:t>-No single platform to calculate startup cost and loan together </a:t>
            </a:r>
          </a:p>
          <a:p>
            <a:pPr algn="just"/>
            <a:r>
              <a:rPr lang="en-US" sz="7200" b="1" dirty="0"/>
              <a:t>-Lack of automatic funding gap analysis </a:t>
            </a:r>
          </a:p>
          <a:p>
            <a:pPr algn="just"/>
            <a:r>
              <a:rPr lang="en-US" sz="7200" b="1" dirty="0"/>
              <a:t>-EMI calculators work separately from business budgeting </a:t>
            </a:r>
          </a:p>
          <a:p>
            <a:pPr algn="just"/>
            <a:r>
              <a:rPr lang="en-US" sz="7200" b="1" dirty="0"/>
              <a:t>-No beginner-friendly financial planning tools                    </a:t>
            </a:r>
          </a:p>
          <a:p>
            <a:pPr algn="just"/>
            <a:r>
              <a:rPr lang="en-US" sz="7200" b="1" dirty="0"/>
              <a:t> </a:t>
            </a:r>
            <a:r>
              <a:rPr lang="en-IN" sz="7200" b="1" dirty="0"/>
              <a:t>Opportunities for </a:t>
            </a:r>
            <a:r>
              <a:rPr lang="en-IN" sz="7200" b="1" dirty="0" err="1"/>
              <a:t>FinAnalyzer</a:t>
            </a:r>
            <a:endParaRPr lang="en-IN" sz="7200" b="1" dirty="0"/>
          </a:p>
          <a:p>
            <a:pPr algn="just"/>
            <a:r>
              <a:rPr lang="en-IN" sz="7200" b="1" dirty="0"/>
              <a:t>-Provide all-in-one business finance planning platform </a:t>
            </a:r>
          </a:p>
          <a:p>
            <a:pPr algn="just"/>
            <a:r>
              <a:rPr lang="en-IN" sz="7200" b="1" dirty="0"/>
              <a:t>-Help first-time entrepreneurs make better decisions </a:t>
            </a:r>
          </a:p>
          <a:p>
            <a:pPr algn="just"/>
            <a:r>
              <a:rPr lang="en-IN" sz="7200" b="1" dirty="0"/>
              <a:t>-Offer instant startup cost estimation </a:t>
            </a:r>
          </a:p>
          <a:p>
            <a:pPr algn="just"/>
            <a:r>
              <a:rPr lang="en-IN" sz="7200" b="1" dirty="0"/>
              <a:t>-Suggest suitable loan options automatically </a:t>
            </a:r>
          </a:p>
          <a:p>
            <a:pPr algn="just"/>
            <a:r>
              <a:rPr lang="en-IN" sz="7200" b="1" dirty="0"/>
              <a:t>-Visualize budget, funding gap, and EMI using graphs </a:t>
            </a:r>
          </a:p>
          <a:p>
            <a:pPr algn="just"/>
            <a:r>
              <a:rPr lang="en-IN" sz="7200" b="1" dirty="0"/>
              <a:t>-Reduce financial planning complexity</a:t>
            </a:r>
          </a:p>
          <a:p>
            <a:pPr algn="just"/>
            <a:r>
              <a:rPr lang="en-US" sz="7200" dirty="0"/>
              <a:t>  </a:t>
            </a:r>
          </a:p>
          <a:p>
            <a:endParaRPr lang="en-US" dirty="0"/>
          </a:p>
        </p:txBody>
      </p:sp>
    </p:spTree>
    <p:extLst>
      <p:ext uri="{BB962C8B-B14F-4D97-AF65-F5344CB8AC3E}">
        <p14:creationId xmlns:p14="http://schemas.microsoft.com/office/powerpoint/2010/main" val="8108016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F4A417-F70C-76F1-8DA7-9F84EA24E614}"/>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F8AD5367-3E92-5729-6FD7-273C70AADE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7287607C-AF5E-2567-232F-3994FF9F27D5}"/>
              </a:ext>
            </a:extLst>
          </p:cNvPr>
          <p:cNvSpPr>
            <a:spLocks noGrp="1"/>
          </p:cNvSpPr>
          <p:nvPr>
            <p:ph type="ctrTitle"/>
          </p:nvPr>
        </p:nvSpPr>
        <p:spPr>
          <a:xfrm>
            <a:off x="1524000" y="1076667"/>
            <a:ext cx="9144000" cy="933537"/>
          </a:xfrm>
        </p:spPr>
        <p:txBody>
          <a:bodyPr/>
          <a:lstStyle/>
          <a:p>
            <a:r>
              <a:rPr lang="en-IN" b="1" u="sng" dirty="0">
                <a:latin typeface="Montserrat" panose="00000500000000000000" pitchFamily="2" charset="0"/>
              </a:rPr>
              <a:t>Your Solution</a:t>
            </a:r>
          </a:p>
        </p:txBody>
      </p:sp>
      <p:sp>
        <p:nvSpPr>
          <p:cNvPr id="5" name="Rectangle 1">
            <a:extLst>
              <a:ext uri="{FF2B5EF4-FFF2-40B4-BE49-F238E27FC236}">
                <a16:creationId xmlns:a16="http://schemas.microsoft.com/office/drawing/2014/main" id="{C090C25D-C369-90C0-5C0F-4D0F41A562BC}"/>
              </a:ext>
            </a:extLst>
          </p:cNvPr>
          <p:cNvSpPr>
            <a:spLocks noGrp="1" noChangeArrowheads="1"/>
          </p:cNvSpPr>
          <p:nvPr>
            <p:ph type="subTitle" idx="1"/>
          </p:nvPr>
        </p:nvSpPr>
        <p:spPr bwMode="auto">
          <a:xfrm>
            <a:off x="1793507" y="2144391"/>
            <a:ext cx="8279831"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Provide a web-based platform for business financial planning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Allow users to enter business expenses and startup costs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Calculate total investment required automatically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Compare required investment with available funds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Identify funding gap for the business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Suggest suitable bank loan options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Calculate interest rate, EMI, and repayment period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Display results using graphs and visualizations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Provide easy-to-use and user-friendly interface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Help users make informed financial decisions before starting a business </a:t>
            </a:r>
          </a:p>
        </p:txBody>
      </p:sp>
    </p:spTree>
    <p:extLst>
      <p:ext uri="{BB962C8B-B14F-4D97-AF65-F5344CB8AC3E}">
        <p14:creationId xmlns:p14="http://schemas.microsoft.com/office/powerpoint/2010/main" val="13479144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F72507-FD22-2E16-53F4-E66535A41E90}"/>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CFBCE28E-E731-156C-EDC9-D5CD678B6DB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7C95F80B-DB77-DFBE-02AB-06459A8C987C}"/>
              </a:ext>
            </a:extLst>
          </p:cNvPr>
          <p:cNvSpPr>
            <a:spLocks noGrp="1"/>
          </p:cNvSpPr>
          <p:nvPr>
            <p:ph type="ctrTitle"/>
          </p:nvPr>
        </p:nvSpPr>
        <p:spPr>
          <a:xfrm>
            <a:off x="1456623" y="1030481"/>
            <a:ext cx="9144000" cy="1037590"/>
          </a:xfrm>
        </p:spPr>
        <p:txBody>
          <a:bodyPr/>
          <a:lstStyle/>
          <a:p>
            <a:r>
              <a:rPr lang="en-IN" b="1" u="sng" dirty="0">
                <a:latin typeface="Montserrat" panose="00000500000000000000" pitchFamily="2" charset="0"/>
              </a:rPr>
              <a:t>Key Features</a:t>
            </a:r>
          </a:p>
        </p:txBody>
      </p:sp>
      <p:sp>
        <p:nvSpPr>
          <p:cNvPr id="5" name="Rectangle 1">
            <a:extLst>
              <a:ext uri="{FF2B5EF4-FFF2-40B4-BE49-F238E27FC236}">
                <a16:creationId xmlns:a16="http://schemas.microsoft.com/office/drawing/2014/main" id="{5B87243C-E2B6-5159-EA08-5AFF19F50F7E}"/>
              </a:ext>
            </a:extLst>
          </p:cNvPr>
          <p:cNvSpPr>
            <a:spLocks noGrp="1" noChangeArrowheads="1"/>
          </p:cNvSpPr>
          <p:nvPr>
            <p:ph type="subTitle" idx="1"/>
          </p:nvPr>
        </p:nvSpPr>
        <p:spPr bwMode="auto">
          <a:xfrm>
            <a:off x="2371023" y="2068071"/>
            <a:ext cx="6356227"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Startup cost calculation based on business expenses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Available fund vs required investment comparison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Automatic funding gap identification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Loan suggestion from multiple banks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EMI calculation with interest and duration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Repayment plan analysis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Graphical visualization of financial data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Step-by-step interactive UI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Dynamic and responsive dashboard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User-friendly web interface for quick financial planning </a:t>
            </a:r>
          </a:p>
        </p:txBody>
      </p:sp>
    </p:spTree>
    <p:extLst>
      <p:ext uri="{BB962C8B-B14F-4D97-AF65-F5344CB8AC3E}">
        <p14:creationId xmlns:p14="http://schemas.microsoft.com/office/powerpoint/2010/main" val="16072100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49CE99-2961-B95A-6509-047601B344AE}"/>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725206E9-DF7E-9DFF-CAC2-03673EB754A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E81795BD-090E-6657-E419-87C2FF670FCE}"/>
              </a:ext>
            </a:extLst>
          </p:cNvPr>
          <p:cNvSpPr>
            <a:spLocks noGrp="1"/>
          </p:cNvSpPr>
          <p:nvPr>
            <p:ph type="ctrTitle"/>
          </p:nvPr>
        </p:nvSpPr>
        <p:spPr>
          <a:xfrm>
            <a:off x="1699491" y="459365"/>
            <a:ext cx="9144000" cy="1037590"/>
          </a:xfrm>
        </p:spPr>
        <p:txBody>
          <a:bodyPr/>
          <a:lstStyle/>
          <a:p>
            <a:r>
              <a:rPr lang="en-IN" b="1" u="sng" dirty="0">
                <a:latin typeface="Montserrat" panose="00000500000000000000" pitchFamily="2" charset="0"/>
              </a:rPr>
              <a:t>System</a:t>
            </a:r>
            <a:r>
              <a:rPr lang="en-IN" b="1" dirty="0">
                <a:latin typeface="Montserrat" panose="00000500000000000000" pitchFamily="2" charset="0"/>
              </a:rPr>
              <a:t> </a:t>
            </a:r>
            <a:r>
              <a:rPr lang="en-IN" b="1" u="sng" dirty="0">
                <a:latin typeface="Montserrat" panose="00000500000000000000" pitchFamily="2" charset="0"/>
              </a:rPr>
              <a:t>Architecture</a:t>
            </a:r>
          </a:p>
        </p:txBody>
      </p:sp>
      <p:sp>
        <p:nvSpPr>
          <p:cNvPr id="5" name="Rectangle 1">
            <a:extLst>
              <a:ext uri="{FF2B5EF4-FFF2-40B4-BE49-F238E27FC236}">
                <a16:creationId xmlns:a16="http://schemas.microsoft.com/office/drawing/2014/main" id="{D18F4547-5CF2-664C-736C-02E7406494DC}"/>
              </a:ext>
            </a:extLst>
          </p:cNvPr>
          <p:cNvSpPr>
            <a:spLocks noGrp="1" noChangeArrowheads="1"/>
          </p:cNvSpPr>
          <p:nvPr>
            <p:ph type="subTitle" idx="1"/>
          </p:nvPr>
        </p:nvSpPr>
        <p:spPr bwMode="auto">
          <a:xfrm>
            <a:off x="1136073" y="1603745"/>
            <a:ext cx="10575636"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err="1">
                <a:ln>
                  <a:noFill/>
                </a:ln>
                <a:solidFill>
                  <a:schemeClr val="tx1"/>
                </a:solidFill>
                <a:effectLst/>
                <a:latin typeface="Arial" panose="020B0604020202020204" pitchFamily="34" charset="0"/>
              </a:rPr>
              <a:t>FinAnalyzer</a:t>
            </a:r>
            <a:r>
              <a:rPr kumimoji="0" lang="en-US" altLang="en-US" sz="1800" b="1" i="0" u="none" strike="noStrike" cap="none" normalizeH="0" baseline="0" dirty="0">
                <a:ln>
                  <a:noFill/>
                </a:ln>
                <a:solidFill>
                  <a:schemeClr val="tx1"/>
                </a:solidFill>
                <a:effectLst/>
                <a:latin typeface="Arial" panose="020B0604020202020204" pitchFamily="34" charset="0"/>
              </a:rPr>
              <a:t> takes user inputs such as business expenses and available funds, processes them using cost, funding, and EMI calculation modules, and displays the required investment, loan suggestions, and graphical financial analysis on the dashboard.</a:t>
            </a:r>
          </a:p>
        </p:txBody>
      </p:sp>
      <p:pic>
        <p:nvPicPr>
          <p:cNvPr id="9" name="Picture 8">
            <a:extLst>
              <a:ext uri="{FF2B5EF4-FFF2-40B4-BE49-F238E27FC236}">
                <a16:creationId xmlns:a16="http://schemas.microsoft.com/office/drawing/2014/main" id="{7DF1590D-940E-3C6A-3DEB-429D7F476D5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53457" y="2633865"/>
            <a:ext cx="7036067" cy="3892063"/>
          </a:xfrm>
          <a:prstGeom prst="rect">
            <a:avLst/>
          </a:prstGeom>
        </p:spPr>
      </p:pic>
    </p:spTree>
    <p:extLst>
      <p:ext uri="{BB962C8B-B14F-4D97-AF65-F5344CB8AC3E}">
        <p14:creationId xmlns:p14="http://schemas.microsoft.com/office/powerpoint/2010/main" val="6963139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1081B4-DCB3-98E2-06A8-576EFC8065B7}"/>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9517783E-C433-A152-F467-61CD75CD35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6F1FA6C2-5A0A-1FF0-1EBE-5E203A16E6C1}"/>
              </a:ext>
            </a:extLst>
          </p:cNvPr>
          <p:cNvSpPr>
            <a:spLocks noGrp="1"/>
          </p:cNvSpPr>
          <p:nvPr>
            <p:ph type="ctrTitle"/>
          </p:nvPr>
        </p:nvSpPr>
        <p:spPr>
          <a:xfrm>
            <a:off x="1524000" y="651828"/>
            <a:ext cx="9144000" cy="1148096"/>
          </a:xfrm>
        </p:spPr>
        <p:txBody>
          <a:bodyPr>
            <a:normAutofit/>
          </a:bodyPr>
          <a:lstStyle/>
          <a:p>
            <a:r>
              <a:rPr lang="en-IN" b="1" u="sng" dirty="0">
                <a:latin typeface="Montserrat" panose="00000500000000000000" pitchFamily="2" charset="0"/>
              </a:rPr>
              <a:t>Tech Stack</a:t>
            </a:r>
          </a:p>
        </p:txBody>
      </p:sp>
      <p:pic>
        <p:nvPicPr>
          <p:cNvPr id="6" name="Picture 5">
            <a:extLst>
              <a:ext uri="{FF2B5EF4-FFF2-40B4-BE49-F238E27FC236}">
                <a16:creationId xmlns:a16="http://schemas.microsoft.com/office/drawing/2014/main" id="{89C7E2C4-AA9D-611C-88DF-E2E438C2354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02055" y="1958657"/>
            <a:ext cx="8441356" cy="4517075"/>
          </a:xfrm>
          <a:prstGeom prst="rect">
            <a:avLst/>
          </a:prstGeom>
        </p:spPr>
      </p:pic>
    </p:spTree>
    <p:extLst>
      <p:ext uri="{BB962C8B-B14F-4D97-AF65-F5344CB8AC3E}">
        <p14:creationId xmlns:p14="http://schemas.microsoft.com/office/powerpoint/2010/main" val="21486831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551831-6846-427E-64BB-101402158845}"/>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9E831684-E944-D21A-AEB7-C0CD0756840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E2931271-7B83-E6B0-4697-A9B3A4A0B3E0}"/>
              </a:ext>
            </a:extLst>
          </p:cNvPr>
          <p:cNvSpPr>
            <a:spLocks noGrp="1"/>
          </p:cNvSpPr>
          <p:nvPr>
            <p:ph type="ctrTitle"/>
          </p:nvPr>
        </p:nvSpPr>
        <p:spPr>
          <a:xfrm>
            <a:off x="1524000" y="535709"/>
            <a:ext cx="9144000" cy="1192155"/>
          </a:xfrm>
        </p:spPr>
        <p:txBody>
          <a:bodyPr/>
          <a:lstStyle/>
          <a:p>
            <a:r>
              <a:rPr lang="en-IN" b="1" u="sng" dirty="0">
                <a:latin typeface="Montserrat" panose="00000500000000000000" pitchFamily="2" charset="0"/>
              </a:rPr>
              <a:t>Workflow</a:t>
            </a:r>
          </a:p>
        </p:txBody>
      </p:sp>
      <p:pic>
        <p:nvPicPr>
          <p:cNvPr id="6" name="Picture 5">
            <a:extLst>
              <a:ext uri="{FF2B5EF4-FFF2-40B4-BE49-F238E27FC236}">
                <a16:creationId xmlns:a16="http://schemas.microsoft.com/office/drawing/2014/main" id="{B1DC0A2E-E018-E146-5B30-F848933BB99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44437" y="2035956"/>
            <a:ext cx="7703126" cy="4081704"/>
          </a:xfrm>
          <a:prstGeom prst="rect">
            <a:avLst/>
          </a:prstGeom>
        </p:spPr>
      </p:pic>
    </p:spTree>
    <p:extLst>
      <p:ext uri="{BB962C8B-B14F-4D97-AF65-F5344CB8AC3E}">
        <p14:creationId xmlns:p14="http://schemas.microsoft.com/office/powerpoint/2010/main" val="7211360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D2F5D3-4344-4362-805C-8F963B27804A}"/>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03FB6C13-3B8B-52D8-104D-1E08E396AD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08824925-7E47-111A-5B2A-714F7E54B7D0}"/>
              </a:ext>
            </a:extLst>
          </p:cNvPr>
          <p:cNvSpPr>
            <a:spLocks noGrp="1"/>
          </p:cNvSpPr>
          <p:nvPr>
            <p:ph type="ctrTitle"/>
          </p:nvPr>
        </p:nvSpPr>
        <p:spPr>
          <a:xfrm>
            <a:off x="1413164" y="821228"/>
            <a:ext cx="9144000" cy="1238337"/>
          </a:xfrm>
        </p:spPr>
        <p:txBody>
          <a:bodyPr/>
          <a:lstStyle/>
          <a:p>
            <a:r>
              <a:rPr lang="en-IN" b="1" u="sng" dirty="0">
                <a:latin typeface="Montserrat" panose="00000500000000000000" pitchFamily="2" charset="0"/>
              </a:rPr>
              <a:t>Impact</a:t>
            </a:r>
          </a:p>
        </p:txBody>
      </p:sp>
      <p:sp>
        <p:nvSpPr>
          <p:cNvPr id="5" name="Rectangle 1">
            <a:extLst>
              <a:ext uri="{FF2B5EF4-FFF2-40B4-BE49-F238E27FC236}">
                <a16:creationId xmlns:a16="http://schemas.microsoft.com/office/drawing/2014/main" id="{C759C9A3-BB4F-0429-D405-6542ED5D1FD0}"/>
              </a:ext>
            </a:extLst>
          </p:cNvPr>
          <p:cNvSpPr>
            <a:spLocks noGrp="1" noChangeArrowheads="1"/>
          </p:cNvSpPr>
          <p:nvPr>
            <p:ph type="subTitle" idx="1"/>
          </p:nvPr>
        </p:nvSpPr>
        <p:spPr bwMode="auto">
          <a:xfrm>
            <a:off x="2050473" y="2427457"/>
            <a:ext cx="8331200"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Helps entrepreneurs plan business finances accurately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Reduces risk of underestimating startup costs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Simplifies loan and EMI decision-making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Saves time by automating financial calculations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Improves financial awareness for first-time founders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Provides clear visualization of funding requirements </a:t>
            </a:r>
          </a:p>
        </p:txBody>
      </p:sp>
    </p:spTree>
    <p:extLst>
      <p:ext uri="{BB962C8B-B14F-4D97-AF65-F5344CB8AC3E}">
        <p14:creationId xmlns:p14="http://schemas.microsoft.com/office/powerpoint/2010/main" val="20012451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9A0058-2A1B-9A2D-4ACF-404877CEEC9C}"/>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69AED9E8-8E9E-772E-A148-23AF520FE6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EF38C520-B6A8-E5A5-6C12-E50EB51E1C3E}"/>
              </a:ext>
            </a:extLst>
          </p:cNvPr>
          <p:cNvSpPr>
            <a:spLocks noGrp="1"/>
          </p:cNvSpPr>
          <p:nvPr>
            <p:ph type="ctrTitle"/>
          </p:nvPr>
        </p:nvSpPr>
        <p:spPr>
          <a:xfrm>
            <a:off x="1616363" y="852805"/>
            <a:ext cx="9144000" cy="1037590"/>
          </a:xfrm>
        </p:spPr>
        <p:txBody>
          <a:bodyPr/>
          <a:lstStyle/>
          <a:p>
            <a:r>
              <a:rPr lang="en-IN" b="1" u="sng" dirty="0">
                <a:latin typeface="Montserrat" panose="00000500000000000000" pitchFamily="2" charset="0"/>
              </a:rPr>
              <a:t>Future Scope</a:t>
            </a:r>
          </a:p>
        </p:txBody>
      </p:sp>
      <p:sp>
        <p:nvSpPr>
          <p:cNvPr id="5" name="Rectangle 1">
            <a:extLst>
              <a:ext uri="{FF2B5EF4-FFF2-40B4-BE49-F238E27FC236}">
                <a16:creationId xmlns:a16="http://schemas.microsoft.com/office/drawing/2014/main" id="{D36D4AB3-6201-65D1-9469-7CC9C2F71CBF}"/>
              </a:ext>
            </a:extLst>
          </p:cNvPr>
          <p:cNvSpPr>
            <a:spLocks noGrp="1" noChangeArrowheads="1"/>
          </p:cNvSpPr>
          <p:nvPr>
            <p:ph type="subTitle" idx="1"/>
          </p:nvPr>
        </p:nvSpPr>
        <p:spPr bwMode="auto">
          <a:xfrm>
            <a:off x="1819563" y="1890395"/>
            <a:ext cx="7407563"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Integration with real-time bank loan APIs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AI-based business profit prediction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Personalized loan recommendations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Multi-business category support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Expense templates for different industries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User login and save project feature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Integration with government startup schemes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Mobile app version of </a:t>
            </a:r>
            <a:r>
              <a:rPr kumimoji="0" lang="en-US" altLang="en-US" sz="1800" b="1" i="0" u="none" strike="noStrike" cap="none" normalizeH="0" baseline="0" dirty="0" err="1">
                <a:ln>
                  <a:noFill/>
                </a:ln>
                <a:solidFill>
                  <a:schemeClr val="tx1"/>
                </a:solidFill>
                <a:effectLst/>
                <a:latin typeface="Arial" panose="020B0604020202020204" pitchFamily="34" charset="0"/>
              </a:rPr>
              <a:t>FinAnalyzer</a:t>
            </a:r>
            <a:r>
              <a:rPr kumimoji="0" lang="en-US" altLang="en-US" sz="1800" b="1"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Advanced analytics with charts and forecasting </a:t>
            </a:r>
          </a:p>
        </p:txBody>
      </p:sp>
    </p:spTree>
    <p:extLst>
      <p:ext uri="{BB962C8B-B14F-4D97-AF65-F5344CB8AC3E}">
        <p14:creationId xmlns:p14="http://schemas.microsoft.com/office/powerpoint/2010/main" val="36246772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5C9BC0-B449-3880-DCF1-3623A9429386}"/>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F3C3DCD4-1187-52B4-EA97-0B89E26E6D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BCC69965-D790-CADB-8E84-39390523C4C1}"/>
              </a:ext>
            </a:extLst>
          </p:cNvPr>
          <p:cNvSpPr>
            <a:spLocks noGrp="1"/>
          </p:cNvSpPr>
          <p:nvPr>
            <p:ph type="ctrTitle"/>
          </p:nvPr>
        </p:nvSpPr>
        <p:spPr>
          <a:xfrm>
            <a:off x="1524000" y="1298373"/>
            <a:ext cx="9144000" cy="1040666"/>
          </a:xfrm>
        </p:spPr>
        <p:txBody>
          <a:bodyPr/>
          <a:lstStyle/>
          <a:p>
            <a:r>
              <a:rPr lang="en-IN" b="1" u="sng" dirty="0">
                <a:latin typeface="Montserrat" panose="00000500000000000000" pitchFamily="2" charset="0"/>
              </a:rPr>
              <a:t>Team</a:t>
            </a:r>
            <a:r>
              <a:rPr lang="en-IN" b="1" dirty="0">
                <a:latin typeface="Montserrat" panose="00000500000000000000" pitchFamily="2" charset="0"/>
              </a:rPr>
              <a:t> </a:t>
            </a:r>
            <a:r>
              <a:rPr lang="en-IN" b="1" u="sng" dirty="0">
                <a:latin typeface="Montserrat" panose="00000500000000000000" pitchFamily="2" charset="0"/>
              </a:rPr>
              <a:t>Information</a:t>
            </a:r>
          </a:p>
        </p:txBody>
      </p:sp>
      <p:sp>
        <p:nvSpPr>
          <p:cNvPr id="6" name="Rectangle 2">
            <a:extLst>
              <a:ext uri="{FF2B5EF4-FFF2-40B4-BE49-F238E27FC236}">
                <a16:creationId xmlns:a16="http://schemas.microsoft.com/office/drawing/2014/main" id="{B8A35DE3-EB13-2BDB-C6EF-256EC4ACC713}"/>
              </a:ext>
            </a:extLst>
          </p:cNvPr>
          <p:cNvSpPr>
            <a:spLocks noGrp="1" noChangeArrowheads="1"/>
          </p:cNvSpPr>
          <p:nvPr>
            <p:ph type="subTitle" idx="1"/>
          </p:nvPr>
        </p:nvSpPr>
        <p:spPr bwMode="auto">
          <a:xfrm>
            <a:off x="4636655" y="2848983"/>
            <a:ext cx="3546763" cy="15850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l"/>
            <a:r>
              <a:rPr lang="en-US" sz="2000" b="1" dirty="0">
                <a:latin typeface="Open sans" panose="020B0606030504020204" pitchFamily="34" charset="0"/>
                <a:ea typeface="Open sans" panose="020B0606030504020204" pitchFamily="34" charset="0"/>
                <a:cs typeface="Open sans" panose="020B0606030504020204" pitchFamily="34" charset="0"/>
              </a:rPr>
              <a:t>Member 1: Snehal Ray</a:t>
            </a:r>
            <a:endParaRPr lang="en-US" sz="2000" dirty="0">
              <a:latin typeface="Open sans" panose="020B0606030504020204" pitchFamily="34" charset="0"/>
              <a:ea typeface="Open sans" panose="020B0606030504020204" pitchFamily="34" charset="0"/>
              <a:cs typeface="Open sans" panose="020B0606030504020204" pitchFamily="34" charset="0"/>
            </a:endParaRPr>
          </a:p>
          <a:p>
            <a:pPr algn="l"/>
            <a:r>
              <a:rPr lang="en-US" sz="2000" b="1" dirty="0">
                <a:latin typeface="Open sans" panose="020B0606030504020204" pitchFamily="34" charset="0"/>
                <a:ea typeface="Open sans" panose="020B0606030504020204" pitchFamily="34" charset="0"/>
                <a:cs typeface="Open sans" panose="020B0606030504020204" pitchFamily="34" charset="0"/>
              </a:rPr>
              <a:t>Member 2: Agni Das</a:t>
            </a:r>
          </a:p>
          <a:p>
            <a:pPr algn="l"/>
            <a:r>
              <a:rPr lang="en-US" sz="2000" b="1" dirty="0">
                <a:latin typeface="Open sans" panose="020B0606030504020204" pitchFamily="34" charset="0"/>
                <a:ea typeface="Open sans" panose="020B0606030504020204" pitchFamily="34" charset="0"/>
                <a:cs typeface="Open sans" panose="020B0606030504020204" pitchFamily="34" charset="0"/>
              </a:rPr>
              <a:t>Member 3: Nilesh Koduri</a:t>
            </a:r>
            <a:endParaRPr lang="en-US" sz="2000" dirty="0">
              <a:latin typeface="Open sans" panose="020B0606030504020204" pitchFamily="34" charset="0"/>
              <a:ea typeface="Open sans" panose="020B0606030504020204" pitchFamily="34" charset="0"/>
              <a:cs typeface="Open sans" panose="020B0606030504020204" pitchFamily="34" charset="0"/>
            </a:endParaRPr>
          </a:p>
          <a:p>
            <a:pPr algn="l"/>
            <a:r>
              <a:rPr lang="en-US" sz="2000" b="1" dirty="0">
                <a:latin typeface="Open sans" panose="020B0606030504020204" pitchFamily="34" charset="0"/>
                <a:ea typeface="Open sans" panose="020B0606030504020204" pitchFamily="34" charset="0"/>
                <a:cs typeface="Open sans" panose="020B0606030504020204" pitchFamily="34" charset="0"/>
              </a:rPr>
              <a:t>Member 4: Sameer Bisht</a:t>
            </a:r>
            <a:endParaRPr lang="en-US" sz="200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21353670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84</TotalTime>
  <Words>618</Words>
  <Application>Microsoft Office PowerPoint</Application>
  <PresentationFormat>Widescreen</PresentationFormat>
  <Paragraphs>97</Paragraphs>
  <Slides>13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Calibri</vt:lpstr>
      <vt:lpstr>Calibri Light</vt:lpstr>
      <vt:lpstr>Montserrat</vt:lpstr>
      <vt:lpstr>Open sans</vt:lpstr>
      <vt:lpstr>Office Theme</vt:lpstr>
      <vt:lpstr>AI BUSINESS FINANCE ANALYSIS</vt:lpstr>
      <vt:lpstr>Problem Statement</vt:lpstr>
      <vt:lpstr>Target Audience</vt:lpstr>
      <vt:lpstr>Existing Solutions</vt:lpstr>
      <vt:lpstr>Gaps &amp; Opportunities</vt:lpstr>
      <vt:lpstr>Your Solution</vt:lpstr>
      <vt:lpstr>Key Features</vt:lpstr>
      <vt:lpstr>System Architecture</vt:lpstr>
      <vt:lpstr>Tech Stack</vt:lpstr>
      <vt:lpstr>Workflow</vt:lpstr>
      <vt:lpstr>Impact</vt:lpstr>
      <vt:lpstr>Future Scope</vt:lpstr>
      <vt:lpstr>Team Information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 Pranav</dc:creator>
  <cp:lastModifiedBy>snehal ray</cp:lastModifiedBy>
  <cp:revision>21</cp:revision>
  <dcterms:created xsi:type="dcterms:W3CDTF">2026-04-04T11:36:02Z</dcterms:created>
  <dcterms:modified xsi:type="dcterms:W3CDTF">2026-04-06T09:54:23Z</dcterms:modified>
</cp:coreProperties>
</file>